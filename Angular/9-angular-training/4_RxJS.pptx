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3" r:id="rId1"/>
  </p:sldMasterIdLst>
  <p:notesMasterIdLst>
    <p:notesMasterId r:id="rId13"/>
  </p:notesMasterIdLst>
  <p:sldIdLst>
    <p:sldId id="367" r:id="rId2"/>
    <p:sldId id="362" r:id="rId3"/>
    <p:sldId id="365" r:id="rId4"/>
    <p:sldId id="369" r:id="rId5"/>
    <p:sldId id="269" r:id="rId6"/>
    <p:sldId id="370" r:id="rId7"/>
    <p:sldId id="371" r:id="rId8"/>
    <p:sldId id="372" r:id="rId9"/>
    <p:sldId id="373" r:id="rId10"/>
    <p:sldId id="374" r:id="rId11"/>
    <p:sldId id="27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C47C2-E912-4939-9D11-1E96352DCCD1}">
  <a:tblStyle styleId="{E4BC47C2-E912-4939-9D11-1E96352DC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346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231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366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743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289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181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2382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506521a88_4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506521a88_4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3174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9571f4d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9571f4d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21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853034354b_0_24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853034354b_0_24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3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SECTION_TITLE_AND_DESCRIPTION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 idx="2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ubTitle" idx="3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title" idx="4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ubTitle" idx="5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 idx="6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SECTION_TITLE_AND_DESCRIPTION_1_2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1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title" idx="2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subTitle" idx="3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 idx="4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ubTitle" idx="5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title" idx="6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7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title" idx="8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70" r:id="rId5"/>
    <p:sldLayoutId id="2147483675" r:id="rId6"/>
    <p:sldLayoutId id="2147483687" r:id="rId7"/>
    <p:sldLayoutId id="2147483688" r:id="rId8"/>
    <p:sldLayoutId id="2147483689" r:id="rId9"/>
    <p:sldLayoutId id="2147483690" r:id="rId10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bhson@tma.com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ngular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ktutorialshub.com/angular/unsubscribing-from-an-observable-in-angula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ctrTitle"/>
          </p:nvPr>
        </p:nvSpPr>
        <p:spPr>
          <a:xfrm>
            <a:off x="1551351" y="1236005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ANGULAR         FRAMEWORK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1" name="Google Shape;311;p48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/>
              <a:t>Starts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/>
              <a:t>the </a:t>
            </a:r>
            <a:r>
              <a:rPr lang="en" b="0" dirty="0"/>
              <a:t>lesson!</a:t>
            </a:r>
            <a:endParaRPr b="0" dirty="0"/>
          </a:p>
        </p:txBody>
      </p:sp>
      <p:sp>
        <p:nvSpPr>
          <p:cNvPr id="312" name="Google Shape;312;p48"/>
          <p:cNvSpPr/>
          <p:nvPr/>
        </p:nvSpPr>
        <p:spPr>
          <a:xfrm>
            <a:off x="1889900" y="201744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" name="Google Shape;313;p48"/>
          <p:cNvSpPr/>
          <p:nvPr/>
        </p:nvSpPr>
        <p:spPr>
          <a:xfrm>
            <a:off x="6707528" y="2035010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4" name="Google Shape;314;p48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Rectangle 9"/>
          <p:cNvSpPr/>
          <p:nvPr/>
        </p:nvSpPr>
        <p:spPr>
          <a:xfrm>
            <a:off x="4845304" y="3407711"/>
            <a:ext cx="2841135" cy="73866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Nguyen Binh Hong Son</a:t>
            </a:r>
          </a:p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  <a:hlinkClick r:id="rId3"/>
              </a:rPr>
              <a:t>nbhson@tma.com.vn</a:t>
            </a:r>
            <a:endParaRPr lang="en-US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lvl="0" algn="r">
              <a:buClr>
                <a:schemeClr val="accent2"/>
              </a:buClr>
              <a:buSzPts val="1800"/>
            </a:pPr>
            <a:r>
              <a:rPr lang="en-US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Source: </a:t>
            </a:r>
            <a:r>
              <a:rPr lang="en-US" u="sng" dirty="0" err="1" smtClean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rxjs</a:t>
            </a:r>
            <a:r>
              <a:rPr lang="en-US" u="sng" dirty="0" err="1" smtClean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  <a:hlinkClick r:id="rId4"/>
              </a:rPr>
              <a:t>.</a:t>
            </a:r>
            <a:r>
              <a:rPr lang="en-US" u="sng" dirty="0" err="1" smtClean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dev</a:t>
            </a:r>
            <a:endParaRPr lang="en-US" u="sng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03314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pic>
        <p:nvPicPr>
          <p:cNvPr id="346" name="Google Shape;346;p51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1"/>
          <p:cNvSpPr txBox="1">
            <a:spLocks noGrp="1"/>
          </p:cNvSpPr>
          <p:nvPr>
            <p:ph type="title"/>
          </p:nvPr>
        </p:nvSpPr>
        <p:spPr>
          <a:xfrm>
            <a:off x="2222090" y="2550900"/>
            <a:ext cx="4798141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RxJS</a:t>
            </a:r>
            <a:endParaRPr dirty="0"/>
          </a:p>
        </p:txBody>
      </p:sp>
      <p:sp>
        <p:nvSpPr>
          <p:cNvPr id="7" name="Google Shape;349;p51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 smtClean="0"/>
              <a:t>(Reactive Programing)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653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04272" y="326600"/>
            <a:ext cx="62708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/>
              <a:t># What is Reactive Programming?</a:t>
            </a:r>
            <a:endParaRPr sz="2400" dirty="0"/>
          </a:p>
        </p:txBody>
      </p:sp>
      <p:sp>
        <p:nvSpPr>
          <p:cNvPr id="7" name="AutoShape 4" descr="https://images.viblo.asia/49561ecf-0f2e-447f-8e3e-95786d659519.png"/>
          <p:cNvSpPr>
            <a:spLocks noChangeAspect="1" noChangeArrowheads="1"/>
          </p:cNvSpPr>
          <p:nvPr/>
        </p:nvSpPr>
        <p:spPr bwMode="auto">
          <a:xfrm>
            <a:off x="155575" y="-1652588"/>
            <a:ext cx="7143750" cy="344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414915" y="2861609"/>
            <a:ext cx="79504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algn="just">
              <a:buClr>
                <a:schemeClr val="dk1"/>
              </a:buClr>
              <a:buSzPts val="1100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Reactive Programming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is programming with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asynchronous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 data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streams</a:t>
            </a:r>
            <a:endParaRPr lang="en-US" sz="1600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117" y="775834"/>
            <a:ext cx="4030440" cy="20545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14915" y="3338727"/>
            <a:ext cx="7960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Reactive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programming has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many </a:t>
            </a:r>
            <a:r>
              <a:rPr lang="en-US" sz="1600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benefits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: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14915" y="3591470"/>
            <a:ext cx="312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Increased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Söhne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4915" y="3841495"/>
            <a:ext cx="312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Increased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Söhne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5008" y="4081896"/>
            <a:ext cx="31970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Easy error management</a:t>
            </a:r>
          </a:p>
        </p:txBody>
      </p:sp>
    </p:spTree>
    <p:extLst>
      <p:ext uri="{BB962C8B-B14F-4D97-AF65-F5344CB8AC3E}">
        <p14:creationId xmlns:p14="http://schemas.microsoft.com/office/powerpoint/2010/main" val="13731654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04273" y="32660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/>
              <a:t># Producer-Comsumer model</a:t>
            </a:r>
            <a:endParaRPr sz="2400" dirty="0"/>
          </a:p>
        </p:txBody>
      </p:sp>
      <p:sp>
        <p:nvSpPr>
          <p:cNvPr id="3" name="Rectangle 2"/>
          <p:cNvSpPr/>
          <p:nvPr/>
        </p:nvSpPr>
        <p:spPr>
          <a:xfrm>
            <a:off x="1463040" y="3347471"/>
            <a:ext cx="67088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Used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to solve problems related to synchronization and data processing in multi-processing and multi-threading applications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.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63039" y="4075995"/>
            <a:ext cx="67088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Producers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and consumers are independent objects or processes that can run concurrently.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199" y="736583"/>
            <a:ext cx="3876574" cy="254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8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693045" y="766943"/>
            <a:ext cx="3694116" cy="592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Content </a:t>
            </a:r>
            <a:r>
              <a:rPr lang="en" dirty="0"/>
              <a:t>of the topic</a:t>
            </a:r>
            <a:endParaRPr dirty="0"/>
          </a:p>
        </p:txBody>
      </p:sp>
      <p:grpSp>
        <p:nvGrpSpPr>
          <p:cNvPr id="492" name="Google Shape;492;p61"/>
          <p:cNvGrpSpPr/>
          <p:nvPr/>
        </p:nvGrpSpPr>
        <p:grpSpPr>
          <a:xfrm>
            <a:off x="1068667" y="1469637"/>
            <a:ext cx="2481117" cy="2514865"/>
            <a:chOff x="-331425" y="1579700"/>
            <a:chExt cx="1880250" cy="1905825"/>
          </a:xfrm>
        </p:grpSpPr>
        <p:sp>
          <p:nvSpPr>
            <p:cNvPr id="493" name="Google Shape;493;p61"/>
            <p:cNvSpPr/>
            <p:nvPr/>
          </p:nvSpPr>
          <p:spPr>
            <a:xfrm>
              <a:off x="-72650" y="1864050"/>
              <a:ext cx="1621475" cy="1621475"/>
            </a:xfrm>
            <a:custGeom>
              <a:avLst/>
              <a:gdLst/>
              <a:ahLst/>
              <a:cxnLst/>
              <a:rect l="l" t="t" r="r" b="b"/>
              <a:pathLst>
                <a:path w="64859" h="64859" extrusionOk="0">
                  <a:moveTo>
                    <a:pt x="7060" y="1"/>
                  </a:moveTo>
                  <a:lnTo>
                    <a:pt x="1" y="57794"/>
                  </a:lnTo>
                  <a:lnTo>
                    <a:pt x="57800" y="64858"/>
                  </a:lnTo>
                  <a:lnTo>
                    <a:pt x="64858" y="7060"/>
                  </a:lnTo>
                  <a:lnTo>
                    <a:pt x="58170" y="6238"/>
                  </a:lnTo>
                  <a:lnTo>
                    <a:pt x="58170" y="6238"/>
                  </a:lnTo>
                  <a:cubicBezTo>
                    <a:pt x="59249" y="7937"/>
                    <a:pt x="58324" y="10802"/>
                    <a:pt x="55874" y="10802"/>
                  </a:cubicBezTo>
                  <a:cubicBezTo>
                    <a:pt x="55742" y="10802"/>
                    <a:pt x="55605" y="10794"/>
                    <a:pt x="55465" y="10777"/>
                  </a:cubicBezTo>
                  <a:cubicBezTo>
                    <a:pt x="52716" y="10439"/>
                    <a:pt x="52395" y="7185"/>
                    <a:pt x="53935" y="5721"/>
                  </a:cubicBezTo>
                  <a:lnTo>
                    <a:pt x="48068" y="5008"/>
                  </a:lnTo>
                  <a:lnTo>
                    <a:pt x="48068" y="5008"/>
                  </a:lnTo>
                  <a:cubicBezTo>
                    <a:pt x="48897" y="6661"/>
                    <a:pt x="47978" y="9180"/>
                    <a:pt x="45724" y="9180"/>
                  </a:cubicBezTo>
                  <a:cubicBezTo>
                    <a:pt x="45596" y="9180"/>
                    <a:pt x="45463" y="9172"/>
                    <a:pt x="45325" y="9155"/>
                  </a:cubicBezTo>
                  <a:cubicBezTo>
                    <a:pt x="42784" y="8845"/>
                    <a:pt x="42397" y="5955"/>
                    <a:pt x="43671" y="4464"/>
                  </a:cubicBezTo>
                  <a:lnTo>
                    <a:pt x="37369" y="3702"/>
                  </a:lnTo>
                  <a:lnTo>
                    <a:pt x="37369" y="3702"/>
                  </a:lnTo>
                  <a:cubicBezTo>
                    <a:pt x="37603" y="3974"/>
                    <a:pt x="37782" y="4284"/>
                    <a:pt x="37907" y="4621"/>
                  </a:cubicBezTo>
                  <a:cubicBezTo>
                    <a:pt x="38098" y="5062"/>
                    <a:pt x="38169" y="5547"/>
                    <a:pt x="38109" y="6026"/>
                  </a:cubicBezTo>
                  <a:lnTo>
                    <a:pt x="37929" y="6728"/>
                  </a:lnTo>
                  <a:cubicBezTo>
                    <a:pt x="37487" y="7799"/>
                    <a:pt x="36466" y="8409"/>
                    <a:pt x="35415" y="8409"/>
                  </a:cubicBezTo>
                  <a:cubicBezTo>
                    <a:pt x="34849" y="8409"/>
                    <a:pt x="34274" y="8232"/>
                    <a:pt x="33777" y="7854"/>
                  </a:cubicBezTo>
                  <a:cubicBezTo>
                    <a:pt x="33472" y="7647"/>
                    <a:pt x="33211" y="7392"/>
                    <a:pt x="32998" y="7092"/>
                  </a:cubicBezTo>
                  <a:cubicBezTo>
                    <a:pt x="32558" y="6494"/>
                    <a:pt x="32340" y="5802"/>
                    <a:pt x="32432" y="5051"/>
                  </a:cubicBezTo>
                  <a:cubicBezTo>
                    <a:pt x="32519" y="4333"/>
                    <a:pt x="32884" y="3674"/>
                    <a:pt x="33450" y="3223"/>
                  </a:cubicBezTo>
                  <a:lnTo>
                    <a:pt x="26761" y="2406"/>
                  </a:lnTo>
                  <a:lnTo>
                    <a:pt x="26761" y="2406"/>
                  </a:lnTo>
                  <a:cubicBezTo>
                    <a:pt x="27618" y="4006"/>
                    <a:pt x="26733" y="6506"/>
                    <a:pt x="24519" y="6506"/>
                  </a:cubicBezTo>
                  <a:cubicBezTo>
                    <a:pt x="24398" y="6506"/>
                    <a:pt x="24273" y="6498"/>
                    <a:pt x="24144" y="6483"/>
                  </a:cubicBezTo>
                  <a:cubicBezTo>
                    <a:pt x="21662" y="6178"/>
                    <a:pt x="21303" y="3315"/>
                    <a:pt x="22587" y="1895"/>
                  </a:cubicBezTo>
                  <a:lnTo>
                    <a:pt x="17493" y="1274"/>
                  </a:lnTo>
                  <a:lnTo>
                    <a:pt x="17493" y="1274"/>
                  </a:lnTo>
                  <a:cubicBezTo>
                    <a:pt x="17536" y="1405"/>
                    <a:pt x="17564" y="1541"/>
                    <a:pt x="17585" y="1677"/>
                  </a:cubicBezTo>
                  <a:cubicBezTo>
                    <a:pt x="17607" y="2194"/>
                    <a:pt x="17651" y="2787"/>
                    <a:pt x="17389" y="3266"/>
                  </a:cubicBezTo>
                  <a:cubicBezTo>
                    <a:pt x="17134" y="3729"/>
                    <a:pt x="16927" y="4164"/>
                    <a:pt x="16464" y="4469"/>
                  </a:cubicBezTo>
                  <a:cubicBezTo>
                    <a:pt x="16002" y="4779"/>
                    <a:pt x="15577" y="5030"/>
                    <a:pt x="15011" y="5089"/>
                  </a:cubicBezTo>
                  <a:cubicBezTo>
                    <a:pt x="14876" y="5109"/>
                    <a:pt x="14739" y="5118"/>
                    <a:pt x="14603" y="5118"/>
                  </a:cubicBezTo>
                  <a:cubicBezTo>
                    <a:pt x="14237" y="5118"/>
                    <a:pt x="13872" y="5049"/>
                    <a:pt x="13531" y="4910"/>
                  </a:cubicBezTo>
                  <a:cubicBezTo>
                    <a:pt x="11838" y="4213"/>
                    <a:pt x="11256" y="2112"/>
                    <a:pt x="12355" y="648"/>
                  </a:cubicBezTo>
                  <a:lnTo>
                    <a:pt x="7060" y="1"/>
                  </a:ln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61"/>
            <p:cNvSpPr/>
            <p:nvPr/>
          </p:nvSpPr>
          <p:spPr>
            <a:xfrm>
              <a:off x="-82425" y="1854000"/>
              <a:ext cx="1621450" cy="1621725"/>
            </a:xfrm>
            <a:custGeom>
              <a:avLst/>
              <a:gdLst/>
              <a:ahLst/>
              <a:cxnLst/>
              <a:rect l="l" t="t" r="r" b="b"/>
              <a:pathLst>
                <a:path w="64858" h="64869" extrusionOk="0">
                  <a:moveTo>
                    <a:pt x="7064" y="0"/>
                  </a:moveTo>
                  <a:lnTo>
                    <a:pt x="0" y="57810"/>
                  </a:lnTo>
                  <a:lnTo>
                    <a:pt x="57799" y="64868"/>
                  </a:lnTo>
                  <a:lnTo>
                    <a:pt x="64857" y="7064"/>
                  </a:lnTo>
                  <a:lnTo>
                    <a:pt x="58169" y="6248"/>
                  </a:lnTo>
                  <a:lnTo>
                    <a:pt x="58169" y="6248"/>
                  </a:lnTo>
                  <a:cubicBezTo>
                    <a:pt x="59248" y="7947"/>
                    <a:pt x="58323" y="10812"/>
                    <a:pt x="55873" y="10812"/>
                  </a:cubicBezTo>
                  <a:cubicBezTo>
                    <a:pt x="55741" y="10812"/>
                    <a:pt x="55605" y="10804"/>
                    <a:pt x="55464" y="10787"/>
                  </a:cubicBezTo>
                  <a:cubicBezTo>
                    <a:pt x="52715" y="10449"/>
                    <a:pt x="52394" y="7195"/>
                    <a:pt x="53935" y="5731"/>
                  </a:cubicBezTo>
                  <a:lnTo>
                    <a:pt x="48068" y="5018"/>
                  </a:lnTo>
                  <a:lnTo>
                    <a:pt x="48068" y="5018"/>
                  </a:lnTo>
                  <a:cubicBezTo>
                    <a:pt x="48897" y="6671"/>
                    <a:pt x="47982" y="9190"/>
                    <a:pt x="45724" y="9190"/>
                  </a:cubicBezTo>
                  <a:cubicBezTo>
                    <a:pt x="45595" y="9190"/>
                    <a:pt x="45462" y="9182"/>
                    <a:pt x="45325" y="9165"/>
                  </a:cubicBezTo>
                  <a:cubicBezTo>
                    <a:pt x="42783" y="8849"/>
                    <a:pt x="42397" y="5965"/>
                    <a:pt x="43670" y="4474"/>
                  </a:cubicBezTo>
                  <a:lnTo>
                    <a:pt x="37368" y="3701"/>
                  </a:lnTo>
                  <a:lnTo>
                    <a:pt x="37368" y="3701"/>
                  </a:lnTo>
                  <a:cubicBezTo>
                    <a:pt x="37602" y="3973"/>
                    <a:pt x="37781" y="4289"/>
                    <a:pt x="37907" y="4621"/>
                  </a:cubicBezTo>
                  <a:cubicBezTo>
                    <a:pt x="38097" y="5061"/>
                    <a:pt x="38168" y="5551"/>
                    <a:pt x="38108" y="6025"/>
                  </a:cubicBezTo>
                  <a:cubicBezTo>
                    <a:pt x="38048" y="6264"/>
                    <a:pt x="37988" y="6498"/>
                    <a:pt x="37928" y="6732"/>
                  </a:cubicBezTo>
                  <a:cubicBezTo>
                    <a:pt x="37486" y="7801"/>
                    <a:pt x="36463" y="8410"/>
                    <a:pt x="35412" y="8410"/>
                  </a:cubicBezTo>
                  <a:cubicBezTo>
                    <a:pt x="34846" y="8410"/>
                    <a:pt x="34272" y="8234"/>
                    <a:pt x="33776" y="7859"/>
                  </a:cubicBezTo>
                  <a:cubicBezTo>
                    <a:pt x="33471" y="7652"/>
                    <a:pt x="33210" y="7396"/>
                    <a:pt x="32998" y="7097"/>
                  </a:cubicBezTo>
                  <a:cubicBezTo>
                    <a:pt x="32557" y="6498"/>
                    <a:pt x="32339" y="5802"/>
                    <a:pt x="32432" y="5056"/>
                  </a:cubicBezTo>
                  <a:cubicBezTo>
                    <a:pt x="32519" y="4332"/>
                    <a:pt x="32889" y="3679"/>
                    <a:pt x="33455" y="3222"/>
                  </a:cubicBezTo>
                  <a:lnTo>
                    <a:pt x="26766" y="2406"/>
                  </a:lnTo>
                  <a:lnTo>
                    <a:pt x="26766" y="2406"/>
                  </a:lnTo>
                  <a:cubicBezTo>
                    <a:pt x="27623" y="4005"/>
                    <a:pt x="26737" y="6505"/>
                    <a:pt x="24523" y="6505"/>
                  </a:cubicBezTo>
                  <a:cubicBezTo>
                    <a:pt x="24402" y="6505"/>
                    <a:pt x="24277" y="6497"/>
                    <a:pt x="24148" y="6482"/>
                  </a:cubicBezTo>
                  <a:cubicBezTo>
                    <a:pt x="21666" y="6177"/>
                    <a:pt x="21307" y="3320"/>
                    <a:pt x="22592" y="1899"/>
                  </a:cubicBezTo>
                  <a:lnTo>
                    <a:pt x="17497" y="1274"/>
                  </a:lnTo>
                  <a:lnTo>
                    <a:pt x="17497" y="1274"/>
                  </a:lnTo>
                  <a:cubicBezTo>
                    <a:pt x="17541" y="1410"/>
                    <a:pt x="17568" y="1540"/>
                    <a:pt x="17590" y="1676"/>
                  </a:cubicBezTo>
                  <a:cubicBezTo>
                    <a:pt x="17612" y="2193"/>
                    <a:pt x="17655" y="2787"/>
                    <a:pt x="17394" y="3265"/>
                  </a:cubicBezTo>
                  <a:cubicBezTo>
                    <a:pt x="17138" y="3728"/>
                    <a:pt x="16931" y="4163"/>
                    <a:pt x="16469" y="4474"/>
                  </a:cubicBezTo>
                  <a:cubicBezTo>
                    <a:pt x="16006" y="4778"/>
                    <a:pt x="15582" y="5029"/>
                    <a:pt x="15016" y="5089"/>
                  </a:cubicBezTo>
                  <a:cubicBezTo>
                    <a:pt x="14879" y="5110"/>
                    <a:pt x="14741" y="5120"/>
                    <a:pt x="14604" y="5120"/>
                  </a:cubicBezTo>
                  <a:cubicBezTo>
                    <a:pt x="14238" y="5120"/>
                    <a:pt x="13875" y="5047"/>
                    <a:pt x="13535" y="4909"/>
                  </a:cubicBezTo>
                  <a:cubicBezTo>
                    <a:pt x="11843" y="4218"/>
                    <a:pt x="11260" y="2112"/>
                    <a:pt x="12360" y="648"/>
                  </a:cubicBezTo>
                  <a:lnTo>
                    <a:pt x="70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2863" dist="38100" dir="216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61"/>
            <p:cNvSpPr/>
            <p:nvPr/>
          </p:nvSpPr>
          <p:spPr>
            <a:xfrm>
              <a:off x="-331425" y="1579700"/>
              <a:ext cx="1101300" cy="649025"/>
            </a:xfrm>
            <a:custGeom>
              <a:avLst/>
              <a:gdLst/>
              <a:ahLst/>
              <a:cxnLst/>
              <a:rect l="l" t="t" r="r" b="b"/>
              <a:pathLst>
                <a:path w="44052" h="25961" extrusionOk="0">
                  <a:moveTo>
                    <a:pt x="40035" y="0"/>
                  </a:moveTo>
                  <a:lnTo>
                    <a:pt x="0" y="15402"/>
                  </a:lnTo>
                  <a:cubicBezTo>
                    <a:pt x="0" y="15402"/>
                    <a:pt x="1513" y="15761"/>
                    <a:pt x="1873" y="16638"/>
                  </a:cubicBezTo>
                  <a:cubicBezTo>
                    <a:pt x="2237" y="17514"/>
                    <a:pt x="1524" y="18526"/>
                    <a:pt x="1524" y="18526"/>
                  </a:cubicBezTo>
                  <a:cubicBezTo>
                    <a:pt x="1524" y="18526"/>
                    <a:pt x="2999" y="18885"/>
                    <a:pt x="3380" y="19816"/>
                  </a:cubicBezTo>
                  <a:cubicBezTo>
                    <a:pt x="3767" y="20752"/>
                    <a:pt x="2885" y="22439"/>
                    <a:pt x="2885" y="22439"/>
                  </a:cubicBezTo>
                  <a:cubicBezTo>
                    <a:pt x="2885" y="22439"/>
                    <a:pt x="4447" y="23011"/>
                    <a:pt x="4703" y="23631"/>
                  </a:cubicBezTo>
                  <a:cubicBezTo>
                    <a:pt x="4958" y="24252"/>
                    <a:pt x="4327" y="25960"/>
                    <a:pt x="4327" y="25960"/>
                  </a:cubicBezTo>
                  <a:lnTo>
                    <a:pt x="44051" y="10684"/>
                  </a:lnTo>
                  <a:cubicBezTo>
                    <a:pt x="41510" y="9791"/>
                    <a:pt x="42609" y="7168"/>
                    <a:pt x="42609" y="7168"/>
                  </a:cubicBezTo>
                  <a:cubicBezTo>
                    <a:pt x="42609" y="7168"/>
                    <a:pt x="41521" y="6466"/>
                    <a:pt x="41047" y="5753"/>
                  </a:cubicBezTo>
                  <a:cubicBezTo>
                    <a:pt x="40574" y="5040"/>
                    <a:pt x="41434" y="3418"/>
                    <a:pt x="41434" y="3418"/>
                  </a:cubicBezTo>
                  <a:cubicBezTo>
                    <a:pt x="41434" y="3418"/>
                    <a:pt x="39806" y="2993"/>
                    <a:pt x="39491" y="2221"/>
                  </a:cubicBezTo>
                  <a:cubicBezTo>
                    <a:pt x="39175" y="1442"/>
                    <a:pt x="40035" y="0"/>
                    <a:pt x="40035" y="0"/>
                  </a:cubicBezTo>
                  <a:close/>
                </a:path>
              </a:pathLst>
            </a:custGeom>
            <a:solidFill>
              <a:schemeClr val="dk1">
                <a:alpha val="2678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97" name="Google Shape;497;p61"/>
          <p:cNvSpPr txBox="1">
            <a:spLocks noGrp="1"/>
          </p:cNvSpPr>
          <p:nvPr>
            <p:ph type="title"/>
          </p:nvPr>
        </p:nvSpPr>
        <p:spPr>
          <a:xfrm>
            <a:off x="5659518" y="83735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Observable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5659517" y="1198310"/>
            <a:ext cx="28202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0070C0"/>
                </a:solidFill>
              </a:rPr>
              <a:t>Source</a:t>
            </a:r>
            <a:r>
              <a:rPr lang="en-US" dirty="0" smtClean="0"/>
              <a:t> </a:t>
            </a:r>
            <a:r>
              <a:rPr lang="en-US" dirty="0"/>
              <a:t>of events in the future</a:t>
            </a:r>
            <a:endParaRPr dirty="0"/>
          </a:p>
        </p:txBody>
      </p:sp>
      <p:sp>
        <p:nvSpPr>
          <p:cNvPr id="499" name="Google Shape;499;p61"/>
          <p:cNvSpPr txBox="1">
            <a:spLocks noGrp="1"/>
          </p:cNvSpPr>
          <p:nvPr>
            <p:ph type="title" idx="2"/>
          </p:nvPr>
        </p:nvSpPr>
        <p:spPr>
          <a:xfrm>
            <a:off x="5693549" y="1885531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Observer</a:t>
            </a:r>
            <a:endParaRPr dirty="0"/>
          </a:p>
        </p:txBody>
      </p:sp>
      <p:sp>
        <p:nvSpPr>
          <p:cNvPr id="500" name="Google Shape;500;p61"/>
          <p:cNvSpPr txBox="1">
            <a:spLocks noGrp="1"/>
          </p:cNvSpPr>
          <p:nvPr>
            <p:ph type="subTitle" idx="3"/>
          </p:nvPr>
        </p:nvSpPr>
        <p:spPr>
          <a:xfrm>
            <a:off x="5693547" y="2246483"/>
            <a:ext cx="30359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Where to </a:t>
            </a:r>
            <a:r>
              <a:rPr lang="en-US" dirty="0">
                <a:solidFill>
                  <a:srgbClr val="0070C0"/>
                </a:solidFill>
              </a:rPr>
              <a:t>receive</a:t>
            </a:r>
            <a:r>
              <a:rPr lang="en-US" dirty="0"/>
              <a:t> events</a:t>
            </a:r>
            <a:endParaRPr dirty="0"/>
          </a:p>
        </p:txBody>
      </p:sp>
      <p:sp>
        <p:nvSpPr>
          <p:cNvPr id="501" name="Google Shape;501;p61"/>
          <p:cNvSpPr txBox="1">
            <a:spLocks noGrp="1"/>
          </p:cNvSpPr>
          <p:nvPr>
            <p:ph type="title" idx="4"/>
          </p:nvPr>
        </p:nvSpPr>
        <p:spPr>
          <a:xfrm>
            <a:off x="5642701" y="2796958"/>
            <a:ext cx="23331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Subscription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subTitle" idx="5"/>
          </p:nvPr>
        </p:nvSpPr>
        <p:spPr>
          <a:xfrm>
            <a:off x="5642698" y="3157910"/>
            <a:ext cx="29233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smtClean="0"/>
              <a:t>Called </a:t>
            </a:r>
            <a:r>
              <a:rPr lang="en-US" dirty="0"/>
              <a:t>when </a:t>
            </a:r>
            <a:r>
              <a:rPr lang="en-US" dirty="0">
                <a:solidFill>
                  <a:srgbClr val="0070C0"/>
                </a:solidFill>
              </a:rPr>
              <a:t>canceling</a:t>
            </a:r>
            <a:r>
              <a:rPr lang="en-US" dirty="0"/>
              <a:t> the event emitter</a:t>
            </a:r>
            <a:endParaRPr dirty="0"/>
          </a:p>
        </p:txBody>
      </p:sp>
      <p:grpSp>
        <p:nvGrpSpPr>
          <p:cNvPr id="503" name="Google Shape;503;p61"/>
          <p:cNvGrpSpPr/>
          <p:nvPr/>
        </p:nvGrpSpPr>
        <p:grpSpPr>
          <a:xfrm>
            <a:off x="4904843" y="877752"/>
            <a:ext cx="611754" cy="643200"/>
            <a:chOff x="1183375" y="2536600"/>
            <a:chExt cx="1060600" cy="1114925"/>
          </a:xfrm>
        </p:grpSpPr>
        <p:sp>
          <p:nvSpPr>
            <p:cNvPr id="504" name="Google Shape;504;p61"/>
            <p:cNvSpPr/>
            <p:nvPr/>
          </p:nvSpPr>
          <p:spPr>
            <a:xfrm>
              <a:off x="1393275" y="2759625"/>
              <a:ext cx="850700" cy="891900"/>
            </a:xfrm>
            <a:custGeom>
              <a:avLst/>
              <a:gdLst/>
              <a:ahLst/>
              <a:cxnLst/>
              <a:rect l="l" t="t" r="r" b="b"/>
              <a:pathLst>
                <a:path w="34028" h="35676" extrusionOk="0">
                  <a:moveTo>
                    <a:pt x="7050" y="3261"/>
                  </a:moveTo>
                  <a:cubicBezTo>
                    <a:pt x="5550" y="4510"/>
                    <a:pt x="4275" y="6086"/>
                    <a:pt x="3456" y="7646"/>
                  </a:cubicBezTo>
                  <a:cubicBezTo>
                    <a:pt x="1581" y="11215"/>
                    <a:pt x="2769" y="16037"/>
                    <a:pt x="5426" y="19346"/>
                  </a:cubicBezTo>
                  <a:cubicBezTo>
                    <a:pt x="5373" y="19294"/>
                    <a:pt x="5318" y="19243"/>
                    <a:pt x="5266" y="19190"/>
                  </a:cubicBezTo>
                  <a:cubicBezTo>
                    <a:pt x="3529" y="17393"/>
                    <a:pt x="2597" y="14904"/>
                    <a:pt x="2490" y="12427"/>
                  </a:cubicBezTo>
                  <a:cubicBezTo>
                    <a:pt x="2328" y="8626"/>
                    <a:pt x="4066" y="5198"/>
                    <a:pt x="7050" y="3261"/>
                  </a:cubicBezTo>
                  <a:close/>
                  <a:moveTo>
                    <a:pt x="12872" y="1594"/>
                  </a:moveTo>
                  <a:cubicBezTo>
                    <a:pt x="17362" y="1594"/>
                    <a:pt x="21289" y="4320"/>
                    <a:pt x="23215" y="8558"/>
                  </a:cubicBezTo>
                  <a:cubicBezTo>
                    <a:pt x="24531" y="11450"/>
                    <a:pt x="24911" y="14570"/>
                    <a:pt x="25312" y="17686"/>
                  </a:cubicBezTo>
                  <a:cubicBezTo>
                    <a:pt x="25632" y="20187"/>
                    <a:pt x="26126" y="22619"/>
                    <a:pt x="27636" y="24638"/>
                  </a:cubicBezTo>
                  <a:cubicBezTo>
                    <a:pt x="27210" y="25057"/>
                    <a:pt x="26813" y="25609"/>
                    <a:pt x="26440" y="26086"/>
                  </a:cubicBezTo>
                  <a:cubicBezTo>
                    <a:pt x="24902" y="23863"/>
                    <a:pt x="23078" y="21809"/>
                    <a:pt x="21412" y="19679"/>
                  </a:cubicBezTo>
                  <a:cubicBezTo>
                    <a:pt x="19699" y="17487"/>
                    <a:pt x="18109" y="14675"/>
                    <a:pt x="15926" y="12927"/>
                  </a:cubicBezTo>
                  <a:cubicBezTo>
                    <a:pt x="15858" y="12873"/>
                    <a:pt x="15784" y="12849"/>
                    <a:pt x="15714" y="12849"/>
                  </a:cubicBezTo>
                  <a:cubicBezTo>
                    <a:pt x="15506" y="12849"/>
                    <a:pt x="15331" y="13055"/>
                    <a:pt x="15448" y="13295"/>
                  </a:cubicBezTo>
                  <a:cubicBezTo>
                    <a:pt x="16616" y="15684"/>
                    <a:pt x="18827" y="17675"/>
                    <a:pt x="20505" y="19712"/>
                  </a:cubicBezTo>
                  <a:cubicBezTo>
                    <a:pt x="22338" y="21940"/>
                    <a:pt x="24054" y="24326"/>
                    <a:pt x="26013" y="26442"/>
                  </a:cubicBezTo>
                  <a:cubicBezTo>
                    <a:pt x="26037" y="26468"/>
                    <a:pt x="26065" y="26488"/>
                    <a:pt x="26097" y="26503"/>
                  </a:cubicBezTo>
                  <a:lnTo>
                    <a:pt x="26096" y="26504"/>
                  </a:lnTo>
                  <a:cubicBezTo>
                    <a:pt x="25736" y="26915"/>
                    <a:pt x="25293" y="27348"/>
                    <a:pt x="24854" y="27802"/>
                  </a:cubicBezTo>
                  <a:cubicBezTo>
                    <a:pt x="24840" y="27734"/>
                    <a:pt x="24803" y="27675"/>
                    <a:pt x="24747" y="27632"/>
                  </a:cubicBezTo>
                  <a:cubicBezTo>
                    <a:pt x="23632" y="26743"/>
                    <a:pt x="22473" y="25958"/>
                    <a:pt x="21485" y="24915"/>
                  </a:cubicBezTo>
                  <a:cubicBezTo>
                    <a:pt x="20557" y="23934"/>
                    <a:pt x="19757" y="22841"/>
                    <a:pt x="18913" y="21790"/>
                  </a:cubicBezTo>
                  <a:cubicBezTo>
                    <a:pt x="17213" y="19678"/>
                    <a:pt x="15464" y="17264"/>
                    <a:pt x="13199" y="15723"/>
                  </a:cubicBezTo>
                  <a:cubicBezTo>
                    <a:pt x="13148" y="15688"/>
                    <a:pt x="13091" y="15673"/>
                    <a:pt x="13036" y="15673"/>
                  </a:cubicBezTo>
                  <a:cubicBezTo>
                    <a:pt x="12787" y="15673"/>
                    <a:pt x="12543" y="15976"/>
                    <a:pt x="12717" y="16206"/>
                  </a:cubicBezTo>
                  <a:cubicBezTo>
                    <a:pt x="14441" y="18486"/>
                    <a:pt x="16715" y="20352"/>
                    <a:pt x="18522" y="22581"/>
                  </a:cubicBezTo>
                  <a:cubicBezTo>
                    <a:pt x="20195" y="24645"/>
                    <a:pt x="21902" y="26941"/>
                    <a:pt x="24320" y="28186"/>
                  </a:cubicBezTo>
                  <a:cubicBezTo>
                    <a:pt x="24364" y="28208"/>
                    <a:pt x="24412" y="28221"/>
                    <a:pt x="24461" y="28221"/>
                  </a:cubicBezTo>
                  <a:cubicBezTo>
                    <a:pt x="24065" y="28658"/>
                    <a:pt x="23695" y="29112"/>
                    <a:pt x="23428" y="29587"/>
                  </a:cubicBezTo>
                  <a:cubicBezTo>
                    <a:pt x="21392" y="26023"/>
                    <a:pt x="16324" y="24531"/>
                    <a:pt x="12758" y="23278"/>
                  </a:cubicBezTo>
                  <a:cubicBezTo>
                    <a:pt x="11285" y="22760"/>
                    <a:pt x="9776" y="22205"/>
                    <a:pt x="8379" y="21462"/>
                  </a:cubicBezTo>
                  <a:cubicBezTo>
                    <a:pt x="4075" y="18540"/>
                    <a:pt x="1276" y="12017"/>
                    <a:pt x="4103" y="7401"/>
                  </a:cubicBezTo>
                  <a:cubicBezTo>
                    <a:pt x="5380" y="5314"/>
                    <a:pt x="7446" y="3169"/>
                    <a:pt x="9759" y="2031"/>
                  </a:cubicBezTo>
                  <a:cubicBezTo>
                    <a:pt x="10018" y="1957"/>
                    <a:pt x="10281" y="1890"/>
                    <a:pt x="10551" y="1834"/>
                  </a:cubicBezTo>
                  <a:cubicBezTo>
                    <a:pt x="11336" y="1672"/>
                    <a:pt x="12112" y="1594"/>
                    <a:pt x="12872" y="1594"/>
                  </a:cubicBezTo>
                  <a:close/>
                  <a:moveTo>
                    <a:pt x="29133" y="26040"/>
                  </a:moveTo>
                  <a:cubicBezTo>
                    <a:pt x="29564" y="26323"/>
                    <a:pt x="29961" y="26654"/>
                    <a:pt x="30318" y="27026"/>
                  </a:cubicBezTo>
                  <a:cubicBezTo>
                    <a:pt x="29283" y="27507"/>
                    <a:pt x="28326" y="28252"/>
                    <a:pt x="27387" y="28869"/>
                  </a:cubicBezTo>
                  <a:cubicBezTo>
                    <a:pt x="26859" y="29217"/>
                    <a:pt x="26292" y="29555"/>
                    <a:pt x="25748" y="29924"/>
                  </a:cubicBezTo>
                  <a:cubicBezTo>
                    <a:pt x="26169" y="29433"/>
                    <a:pt x="26578" y="28931"/>
                    <a:pt x="26993" y="28463"/>
                  </a:cubicBezTo>
                  <a:cubicBezTo>
                    <a:pt x="27709" y="27658"/>
                    <a:pt x="28423" y="26849"/>
                    <a:pt x="29133" y="26040"/>
                  </a:cubicBezTo>
                  <a:close/>
                  <a:moveTo>
                    <a:pt x="28241" y="25335"/>
                  </a:moveTo>
                  <a:cubicBezTo>
                    <a:pt x="28315" y="25383"/>
                    <a:pt x="28401" y="25413"/>
                    <a:pt x="28490" y="25419"/>
                  </a:cubicBezTo>
                  <a:cubicBezTo>
                    <a:pt x="28464" y="25502"/>
                    <a:pt x="28470" y="25592"/>
                    <a:pt x="28527" y="25664"/>
                  </a:cubicBezTo>
                  <a:cubicBezTo>
                    <a:pt x="27790" y="26500"/>
                    <a:pt x="27057" y="27339"/>
                    <a:pt x="26325" y="28180"/>
                  </a:cubicBezTo>
                  <a:cubicBezTo>
                    <a:pt x="25623" y="28987"/>
                    <a:pt x="24828" y="29774"/>
                    <a:pt x="24179" y="30643"/>
                  </a:cubicBezTo>
                  <a:cubicBezTo>
                    <a:pt x="24054" y="30542"/>
                    <a:pt x="23927" y="30447"/>
                    <a:pt x="23798" y="30352"/>
                  </a:cubicBezTo>
                  <a:lnTo>
                    <a:pt x="23797" y="30352"/>
                  </a:lnTo>
                  <a:cubicBezTo>
                    <a:pt x="23778" y="30306"/>
                    <a:pt x="23761" y="30258"/>
                    <a:pt x="23740" y="30212"/>
                  </a:cubicBezTo>
                  <a:cubicBezTo>
                    <a:pt x="24654" y="29614"/>
                    <a:pt x="25367" y="28535"/>
                    <a:pt x="26069" y="27753"/>
                  </a:cubicBezTo>
                  <a:lnTo>
                    <a:pt x="27428" y="26241"/>
                  </a:lnTo>
                  <a:cubicBezTo>
                    <a:pt x="27630" y="26017"/>
                    <a:pt x="27830" y="25793"/>
                    <a:pt x="28032" y="25569"/>
                  </a:cubicBezTo>
                  <a:cubicBezTo>
                    <a:pt x="28101" y="25491"/>
                    <a:pt x="28172" y="25413"/>
                    <a:pt x="28241" y="25335"/>
                  </a:cubicBezTo>
                  <a:close/>
                  <a:moveTo>
                    <a:pt x="30826" y="27651"/>
                  </a:moveTo>
                  <a:cubicBezTo>
                    <a:pt x="30961" y="27858"/>
                    <a:pt x="31094" y="28068"/>
                    <a:pt x="31226" y="28280"/>
                  </a:cubicBezTo>
                  <a:cubicBezTo>
                    <a:pt x="30178" y="28962"/>
                    <a:pt x="29152" y="29677"/>
                    <a:pt x="28117" y="30379"/>
                  </a:cubicBezTo>
                  <a:cubicBezTo>
                    <a:pt x="27342" y="30905"/>
                    <a:pt x="26523" y="31406"/>
                    <a:pt x="25798" y="32010"/>
                  </a:cubicBezTo>
                  <a:cubicBezTo>
                    <a:pt x="25513" y="31764"/>
                    <a:pt x="25227" y="31514"/>
                    <a:pt x="24937" y="31265"/>
                  </a:cubicBezTo>
                  <a:cubicBezTo>
                    <a:pt x="25953" y="30849"/>
                    <a:pt x="26898" y="30175"/>
                    <a:pt x="27818" y="29608"/>
                  </a:cubicBezTo>
                  <a:cubicBezTo>
                    <a:pt x="28809" y="28997"/>
                    <a:pt x="29939" y="28426"/>
                    <a:pt x="30826" y="27651"/>
                  </a:cubicBezTo>
                  <a:close/>
                  <a:moveTo>
                    <a:pt x="31618" y="29042"/>
                  </a:moveTo>
                  <a:cubicBezTo>
                    <a:pt x="31638" y="29052"/>
                    <a:pt x="31652" y="29066"/>
                    <a:pt x="31674" y="29073"/>
                  </a:cubicBezTo>
                  <a:lnTo>
                    <a:pt x="31696" y="29078"/>
                  </a:lnTo>
                  <a:cubicBezTo>
                    <a:pt x="31983" y="29745"/>
                    <a:pt x="32137" y="30443"/>
                    <a:pt x="32111" y="31120"/>
                  </a:cubicBezTo>
                  <a:cubicBezTo>
                    <a:pt x="31133" y="31435"/>
                    <a:pt x="30224" y="31985"/>
                    <a:pt x="29308" y="32447"/>
                  </a:cubicBezTo>
                  <a:cubicBezTo>
                    <a:pt x="28689" y="32760"/>
                    <a:pt x="28039" y="33048"/>
                    <a:pt x="27443" y="33412"/>
                  </a:cubicBezTo>
                  <a:cubicBezTo>
                    <a:pt x="27080" y="33118"/>
                    <a:pt x="26731" y="32805"/>
                    <a:pt x="26382" y="32506"/>
                  </a:cubicBezTo>
                  <a:lnTo>
                    <a:pt x="26381" y="32505"/>
                  </a:lnTo>
                  <a:cubicBezTo>
                    <a:pt x="27135" y="32098"/>
                    <a:pt x="27845" y="31602"/>
                    <a:pt x="28563" y="31140"/>
                  </a:cubicBezTo>
                  <a:lnTo>
                    <a:pt x="30290" y="30028"/>
                  </a:lnTo>
                  <a:lnTo>
                    <a:pt x="31154" y="29471"/>
                  </a:lnTo>
                  <a:cubicBezTo>
                    <a:pt x="31460" y="29395"/>
                    <a:pt x="31612" y="29252"/>
                    <a:pt x="31618" y="29042"/>
                  </a:cubicBezTo>
                  <a:close/>
                  <a:moveTo>
                    <a:pt x="31974" y="31968"/>
                  </a:moveTo>
                  <a:lnTo>
                    <a:pt x="31974" y="31968"/>
                  </a:lnTo>
                  <a:cubicBezTo>
                    <a:pt x="31753" y="32724"/>
                    <a:pt x="31259" y="33426"/>
                    <a:pt x="30408" y="33994"/>
                  </a:cubicBezTo>
                  <a:lnTo>
                    <a:pt x="30407" y="33994"/>
                  </a:lnTo>
                  <a:cubicBezTo>
                    <a:pt x="30206" y="34129"/>
                    <a:pt x="30130" y="34322"/>
                    <a:pt x="30138" y="34510"/>
                  </a:cubicBezTo>
                  <a:cubicBezTo>
                    <a:pt x="30126" y="34519"/>
                    <a:pt x="30113" y="34524"/>
                    <a:pt x="30101" y="34531"/>
                  </a:cubicBezTo>
                  <a:cubicBezTo>
                    <a:pt x="30027" y="34539"/>
                    <a:pt x="29951" y="34542"/>
                    <a:pt x="29875" y="34542"/>
                  </a:cubicBezTo>
                  <a:cubicBezTo>
                    <a:pt x="29405" y="34542"/>
                    <a:pt x="28908" y="34400"/>
                    <a:pt x="28479" y="34150"/>
                  </a:cubicBezTo>
                  <a:cubicBezTo>
                    <a:pt x="28329" y="34062"/>
                    <a:pt x="28182" y="33964"/>
                    <a:pt x="28037" y="33864"/>
                  </a:cubicBezTo>
                  <a:cubicBezTo>
                    <a:pt x="28528" y="33651"/>
                    <a:pt x="29005" y="33399"/>
                    <a:pt x="29482" y="33172"/>
                  </a:cubicBezTo>
                  <a:cubicBezTo>
                    <a:pt x="30302" y="32784"/>
                    <a:pt x="31186" y="32436"/>
                    <a:pt x="31974" y="31968"/>
                  </a:cubicBezTo>
                  <a:close/>
                  <a:moveTo>
                    <a:pt x="12895" y="1"/>
                  </a:moveTo>
                  <a:cubicBezTo>
                    <a:pt x="12461" y="1"/>
                    <a:pt x="12022" y="23"/>
                    <a:pt x="11577" y="68"/>
                  </a:cubicBezTo>
                  <a:cubicBezTo>
                    <a:pt x="6648" y="567"/>
                    <a:pt x="2492" y="3825"/>
                    <a:pt x="1243" y="8687"/>
                  </a:cubicBezTo>
                  <a:cubicBezTo>
                    <a:pt x="0" y="13524"/>
                    <a:pt x="1648" y="18791"/>
                    <a:pt x="5726" y="21751"/>
                  </a:cubicBezTo>
                  <a:cubicBezTo>
                    <a:pt x="8537" y="23793"/>
                    <a:pt x="11959" y="24684"/>
                    <a:pt x="15175" y="25869"/>
                  </a:cubicBezTo>
                  <a:cubicBezTo>
                    <a:pt x="18563" y="27118"/>
                    <a:pt x="21162" y="28844"/>
                    <a:pt x="23541" y="31551"/>
                  </a:cubicBezTo>
                  <a:cubicBezTo>
                    <a:pt x="23593" y="31612"/>
                    <a:pt x="23668" y="31649"/>
                    <a:pt x="23749" y="31651"/>
                  </a:cubicBezTo>
                  <a:cubicBezTo>
                    <a:pt x="23773" y="31666"/>
                    <a:pt x="23801" y="31677"/>
                    <a:pt x="23829" y="31683"/>
                  </a:cubicBezTo>
                  <a:cubicBezTo>
                    <a:pt x="25011" y="33438"/>
                    <a:pt x="27308" y="35675"/>
                    <a:pt x="29358" y="35675"/>
                  </a:cubicBezTo>
                  <a:cubicBezTo>
                    <a:pt x="29938" y="35675"/>
                    <a:pt x="30499" y="35496"/>
                    <a:pt x="31008" y="35077"/>
                  </a:cubicBezTo>
                  <a:cubicBezTo>
                    <a:pt x="31069" y="35053"/>
                    <a:pt x="31125" y="35026"/>
                    <a:pt x="31181" y="34999"/>
                  </a:cubicBezTo>
                  <a:cubicBezTo>
                    <a:pt x="31335" y="35056"/>
                    <a:pt x="31499" y="35085"/>
                    <a:pt x="31664" y="35085"/>
                  </a:cubicBezTo>
                  <a:cubicBezTo>
                    <a:pt x="31927" y="35085"/>
                    <a:pt x="32189" y="35011"/>
                    <a:pt x="32405" y="34855"/>
                  </a:cubicBezTo>
                  <a:cubicBezTo>
                    <a:pt x="32740" y="34614"/>
                    <a:pt x="32909" y="34198"/>
                    <a:pt x="32910" y="33794"/>
                  </a:cubicBezTo>
                  <a:cubicBezTo>
                    <a:pt x="32912" y="33593"/>
                    <a:pt x="32865" y="33350"/>
                    <a:pt x="32759" y="33155"/>
                  </a:cubicBezTo>
                  <a:cubicBezTo>
                    <a:pt x="34028" y="30698"/>
                    <a:pt x="32829" y="27368"/>
                    <a:pt x="30389" y="25854"/>
                  </a:cubicBezTo>
                  <a:cubicBezTo>
                    <a:pt x="30210" y="25648"/>
                    <a:pt x="30019" y="25444"/>
                    <a:pt x="29815" y="25267"/>
                  </a:cubicBezTo>
                  <a:lnTo>
                    <a:pt x="29866" y="25210"/>
                  </a:lnTo>
                  <a:cubicBezTo>
                    <a:pt x="30035" y="25017"/>
                    <a:pt x="29982" y="24685"/>
                    <a:pt x="29709" y="24617"/>
                  </a:cubicBezTo>
                  <a:cubicBezTo>
                    <a:pt x="29506" y="24583"/>
                    <a:pt x="29308" y="24519"/>
                    <a:pt x="29126" y="24422"/>
                  </a:cubicBezTo>
                  <a:cubicBezTo>
                    <a:pt x="29100" y="24374"/>
                    <a:pt x="29068" y="24328"/>
                    <a:pt x="29032" y="24288"/>
                  </a:cubicBezTo>
                  <a:cubicBezTo>
                    <a:pt x="26794" y="21773"/>
                    <a:pt x="26734" y="18263"/>
                    <a:pt x="26291" y="15100"/>
                  </a:cubicBezTo>
                  <a:cubicBezTo>
                    <a:pt x="25902" y="12320"/>
                    <a:pt x="25246" y="9526"/>
                    <a:pt x="23961" y="7013"/>
                  </a:cubicBezTo>
                  <a:cubicBezTo>
                    <a:pt x="21748" y="2690"/>
                    <a:pt x="17675" y="1"/>
                    <a:pt x="12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61"/>
            <p:cNvSpPr/>
            <p:nvPr/>
          </p:nvSpPr>
          <p:spPr>
            <a:xfrm>
              <a:off x="2068925" y="2865800"/>
              <a:ext cx="105300" cy="69600"/>
            </a:xfrm>
            <a:custGeom>
              <a:avLst/>
              <a:gdLst/>
              <a:ahLst/>
              <a:cxnLst/>
              <a:rect l="l" t="t" r="r" b="b"/>
              <a:pathLst>
                <a:path w="4212" h="2784" extrusionOk="0">
                  <a:moveTo>
                    <a:pt x="3482" y="0"/>
                  </a:moveTo>
                  <a:cubicBezTo>
                    <a:pt x="2939" y="0"/>
                    <a:pt x="2396" y="490"/>
                    <a:pt x="1954" y="759"/>
                  </a:cubicBezTo>
                  <a:cubicBezTo>
                    <a:pt x="1329" y="1139"/>
                    <a:pt x="695" y="1545"/>
                    <a:pt x="234" y="2122"/>
                  </a:cubicBezTo>
                  <a:cubicBezTo>
                    <a:pt x="0" y="2412"/>
                    <a:pt x="185" y="2783"/>
                    <a:pt x="532" y="2783"/>
                  </a:cubicBezTo>
                  <a:cubicBezTo>
                    <a:pt x="559" y="2783"/>
                    <a:pt x="586" y="2781"/>
                    <a:pt x="615" y="2776"/>
                  </a:cubicBezTo>
                  <a:cubicBezTo>
                    <a:pt x="1386" y="2652"/>
                    <a:pt x="2084" y="2269"/>
                    <a:pt x="2756" y="1890"/>
                  </a:cubicBezTo>
                  <a:cubicBezTo>
                    <a:pt x="3380" y="1539"/>
                    <a:pt x="4085" y="1332"/>
                    <a:pt x="4181" y="556"/>
                  </a:cubicBezTo>
                  <a:cubicBezTo>
                    <a:pt x="4211" y="317"/>
                    <a:pt x="3998" y="143"/>
                    <a:pt x="3808" y="65"/>
                  </a:cubicBezTo>
                  <a:cubicBezTo>
                    <a:pt x="3700" y="20"/>
                    <a:pt x="3591" y="0"/>
                    <a:pt x="3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61"/>
            <p:cNvSpPr/>
            <p:nvPr/>
          </p:nvSpPr>
          <p:spPr>
            <a:xfrm>
              <a:off x="1930200" y="2690700"/>
              <a:ext cx="86325" cy="85700"/>
            </a:xfrm>
            <a:custGeom>
              <a:avLst/>
              <a:gdLst/>
              <a:ahLst/>
              <a:cxnLst/>
              <a:rect l="l" t="t" r="r" b="b"/>
              <a:pathLst>
                <a:path w="3453" h="3428" extrusionOk="0">
                  <a:moveTo>
                    <a:pt x="2611" y="1"/>
                  </a:moveTo>
                  <a:cubicBezTo>
                    <a:pt x="1961" y="1"/>
                    <a:pt x="1579" y="599"/>
                    <a:pt x="1173" y="1082"/>
                  </a:cubicBezTo>
                  <a:cubicBezTo>
                    <a:pt x="755" y="1577"/>
                    <a:pt x="213" y="2115"/>
                    <a:pt x="67" y="2763"/>
                  </a:cubicBezTo>
                  <a:cubicBezTo>
                    <a:pt x="0" y="3057"/>
                    <a:pt x="228" y="3428"/>
                    <a:pt x="540" y="3428"/>
                  </a:cubicBezTo>
                  <a:cubicBezTo>
                    <a:pt x="591" y="3428"/>
                    <a:pt x="645" y="3418"/>
                    <a:pt x="700" y="3395"/>
                  </a:cubicBezTo>
                  <a:cubicBezTo>
                    <a:pt x="1327" y="3145"/>
                    <a:pt x="1768" y="2617"/>
                    <a:pt x="2258" y="2168"/>
                  </a:cubicBezTo>
                  <a:cubicBezTo>
                    <a:pt x="2801" y="1672"/>
                    <a:pt x="3452" y="1318"/>
                    <a:pt x="3319" y="483"/>
                  </a:cubicBezTo>
                  <a:cubicBezTo>
                    <a:pt x="3285" y="276"/>
                    <a:pt x="3064" y="73"/>
                    <a:pt x="2863" y="29"/>
                  </a:cubicBezTo>
                  <a:cubicBezTo>
                    <a:pt x="2775" y="10"/>
                    <a:pt x="2691" y="1"/>
                    <a:pt x="2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61"/>
            <p:cNvSpPr/>
            <p:nvPr/>
          </p:nvSpPr>
          <p:spPr>
            <a:xfrm>
              <a:off x="1699200" y="2536600"/>
              <a:ext cx="54050" cy="112525"/>
            </a:xfrm>
            <a:custGeom>
              <a:avLst/>
              <a:gdLst/>
              <a:ahLst/>
              <a:cxnLst/>
              <a:rect l="l" t="t" r="r" b="b"/>
              <a:pathLst>
                <a:path w="2162" h="4501" extrusionOk="0">
                  <a:moveTo>
                    <a:pt x="1045" y="1"/>
                  </a:moveTo>
                  <a:cubicBezTo>
                    <a:pt x="625" y="1"/>
                    <a:pt x="229" y="224"/>
                    <a:pt x="162" y="722"/>
                  </a:cubicBezTo>
                  <a:cubicBezTo>
                    <a:pt x="24" y="1733"/>
                    <a:pt x="1" y="2910"/>
                    <a:pt x="339" y="3886"/>
                  </a:cubicBezTo>
                  <a:cubicBezTo>
                    <a:pt x="484" y="4307"/>
                    <a:pt x="817" y="4501"/>
                    <a:pt x="1151" y="4501"/>
                  </a:cubicBezTo>
                  <a:cubicBezTo>
                    <a:pt x="1570" y="4501"/>
                    <a:pt x="1989" y="4197"/>
                    <a:pt x="2040" y="3656"/>
                  </a:cubicBezTo>
                  <a:cubicBezTo>
                    <a:pt x="2122" y="2782"/>
                    <a:pt x="2101" y="1869"/>
                    <a:pt x="2137" y="988"/>
                  </a:cubicBezTo>
                  <a:cubicBezTo>
                    <a:pt x="2161" y="367"/>
                    <a:pt x="1584" y="1"/>
                    <a:pt x="1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61"/>
            <p:cNvSpPr/>
            <p:nvPr/>
          </p:nvSpPr>
          <p:spPr>
            <a:xfrm>
              <a:off x="1404800" y="2616275"/>
              <a:ext cx="97125" cy="109750"/>
            </a:xfrm>
            <a:custGeom>
              <a:avLst/>
              <a:gdLst/>
              <a:ahLst/>
              <a:cxnLst/>
              <a:rect l="l" t="t" r="r" b="b"/>
              <a:pathLst>
                <a:path w="3885" h="4390" extrusionOk="0">
                  <a:moveTo>
                    <a:pt x="1207" y="0"/>
                  </a:moveTo>
                  <a:cubicBezTo>
                    <a:pt x="598" y="0"/>
                    <a:pt x="1" y="458"/>
                    <a:pt x="257" y="1181"/>
                  </a:cubicBezTo>
                  <a:cubicBezTo>
                    <a:pt x="513" y="1899"/>
                    <a:pt x="1101" y="2464"/>
                    <a:pt x="1573" y="3055"/>
                  </a:cubicBezTo>
                  <a:cubicBezTo>
                    <a:pt x="1980" y="3567"/>
                    <a:pt x="2454" y="4230"/>
                    <a:pt x="3130" y="4375"/>
                  </a:cubicBezTo>
                  <a:cubicBezTo>
                    <a:pt x="3177" y="4385"/>
                    <a:pt x="3223" y="4390"/>
                    <a:pt x="3267" y="4390"/>
                  </a:cubicBezTo>
                  <a:cubicBezTo>
                    <a:pt x="3562" y="4390"/>
                    <a:pt x="3760" y="4170"/>
                    <a:pt x="3799" y="3864"/>
                  </a:cubicBezTo>
                  <a:cubicBezTo>
                    <a:pt x="3885" y="3209"/>
                    <a:pt x="3428" y="2551"/>
                    <a:pt x="3102" y="2015"/>
                  </a:cubicBezTo>
                  <a:cubicBezTo>
                    <a:pt x="2751" y="1436"/>
                    <a:pt x="2414" y="663"/>
                    <a:pt x="1888" y="232"/>
                  </a:cubicBezTo>
                  <a:cubicBezTo>
                    <a:pt x="1695" y="73"/>
                    <a:pt x="1450" y="0"/>
                    <a:pt x="1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1275700" y="2779650"/>
              <a:ext cx="103675" cy="78150"/>
            </a:xfrm>
            <a:custGeom>
              <a:avLst/>
              <a:gdLst/>
              <a:ahLst/>
              <a:cxnLst/>
              <a:rect l="l" t="t" r="r" b="b"/>
              <a:pathLst>
                <a:path w="4147" h="3126" extrusionOk="0">
                  <a:moveTo>
                    <a:pt x="1220" y="1"/>
                  </a:moveTo>
                  <a:cubicBezTo>
                    <a:pt x="626" y="1"/>
                    <a:pt x="38" y="406"/>
                    <a:pt x="17" y="1053"/>
                  </a:cubicBezTo>
                  <a:cubicBezTo>
                    <a:pt x="1" y="1549"/>
                    <a:pt x="288" y="1961"/>
                    <a:pt x="751" y="2122"/>
                  </a:cubicBezTo>
                  <a:cubicBezTo>
                    <a:pt x="815" y="2145"/>
                    <a:pt x="882" y="2156"/>
                    <a:pt x="948" y="2156"/>
                  </a:cubicBezTo>
                  <a:cubicBezTo>
                    <a:pt x="1042" y="2156"/>
                    <a:pt x="1135" y="2134"/>
                    <a:pt x="1220" y="2089"/>
                  </a:cubicBezTo>
                  <a:cubicBezTo>
                    <a:pt x="1570" y="2266"/>
                    <a:pt x="1904" y="2538"/>
                    <a:pt x="2241" y="2703"/>
                  </a:cubicBezTo>
                  <a:cubicBezTo>
                    <a:pt x="2660" y="2908"/>
                    <a:pt x="3070" y="3126"/>
                    <a:pt x="3523" y="3126"/>
                  </a:cubicBezTo>
                  <a:cubicBezTo>
                    <a:pt x="3622" y="3126"/>
                    <a:pt x="3723" y="3115"/>
                    <a:pt x="3826" y="3092"/>
                  </a:cubicBezTo>
                  <a:cubicBezTo>
                    <a:pt x="3986" y="3056"/>
                    <a:pt x="4147" y="2866"/>
                    <a:pt x="4128" y="2695"/>
                  </a:cubicBezTo>
                  <a:cubicBezTo>
                    <a:pt x="4060" y="2060"/>
                    <a:pt x="3606" y="1605"/>
                    <a:pt x="3154" y="1179"/>
                  </a:cubicBezTo>
                  <a:cubicBezTo>
                    <a:pt x="2707" y="758"/>
                    <a:pt x="2142" y="199"/>
                    <a:pt x="1535" y="40"/>
                  </a:cubicBezTo>
                  <a:cubicBezTo>
                    <a:pt x="1432" y="14"/>
                    <a:pt x="1326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61"/>
            <p:cNvSpPr/>
            <p:nvPr/>
          </p:nvSpPr>
          <p:spPr>
            <a:xfrm>
              <a:off x="1183375" y="3054325"/>
              <a:ext cx="119000" cy="52650"/>
            </a:xfrm>
            <a:custGeom>
              <a:avLst/>
              <a:gdLst/>
              <a:ahLst/>
              <a:cxnLst/>
              <a:rect l="l" t="t" r="r" b="b"/>
              <a:pathLst>
                <a:path w="4760" h="2106" extrusionOk="0">
                  <a:moveTo>
                    <a:pt x="1892" y="0"/>
                  </a:moveTo>
                  <a:cubicBezTo>
                    <a:pt x="1362" y="0"/>
                    <a:pt x="847" y="94"/>
                    <a:pt x="440" y="469"/>
                  </a:cubicBezTo>
                  <a:cubicBezTo>
                    <a:pt x="1" y="875"/>
                    <a:pt x="111" y="1671"/>
                    <a:pt x="632" y="1953"/>
                  </a:cubicBezTo>
                  <a:cubicBezTo>
                    <a:pt x="740" y="2013"/>
                    <a:pt x="856" y="2058"/>
                    <a:pt x="976" y="2087"/>
                  </a:cubicBezTo>
                  <a:cubicBezTo>
                    <a:pt x="1030" y="2099"/>
                    <a:pt x="1087" y="2105"/>
                    <a:pt x="1144" y="2105"/>
                  </a:cubicBezTo>
                  <a:cubicBezTo>
                    <a:pt x="1335" y="2105"/>
                    <a:pt x="1535" y="2038"/>
                    <a:pt x="1690" y="1919"/>
                  </a:cubicBezTo>
                  <a:cubicBezTo>
                    <a:pt x="1885" y="1862"/>
                    <a:pt x="2126" y="1848"/>
                    <a:pt x="2361" y="1848"/>
                  </a:cubicBezTo>
                  <a:cubicBezTo>
                    <a:pt x="2570" y="1848"/>
                    <a:pt x="2774" y="1859"/>
                    <a:pt x="2935" y="1860"/>
                  </a:cubicBezTo>
                  <a:cubicBezTo>
                    <a:pt x="2975" y="1860"/>
                    <a:pt x="3014" y="1860"/>
                    <a:pt x="3053" y="1860"/>
                  </a:cubicBezTo>
                  <a:cubicBezTo>
                    <a:pt x="3549" y="1860"/>
                    <a:pt x="3976" y="1832"/>
                    <a:pt x="4440" y="1595"/>
                  </a:cubicBezTo>
                  <a:cubicBezTo>
                    <a:pt x="4759" y="1434"/>
                    <a:pt x="4743" y="1025"/>
                    <a:pt x="4545" y="787"/>
                  </a:cubicBezTo>
                  <a:cubicBezTo>
                    <a:pt x="4041" y="187"/>
                    <a:pt x="3299" y="100"/>
                    <a:pt x="2558" y="36"/>
                  </a:cubicBezTo>
                  <a:cubicBezTo>
                    <a:pt x="2338" y="17"/>
                    <a:pt x="2113" y="0"/>
                    <a:pt x="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61"/>
            <p:cNvSpPr/>
            <p:nvPr/>
          </p:nvSpPr>
          <p:spPr>
            <a:xfrm>
              <a:off x="1314050" y="3248700"/>
              <a:ext cx="98775" cy="64475"/>
            </a:xfrm>
            <a:custGeom>
              <a:avLst/>
              <a:gdLst/>
              <a:ahLst/>
              <a:cxnLst/>
              <a:rect l="l" t="t" r="r" b="b"/>
              <a:pathLst>
                <a:path w="3951" h="2579" extrusionOk="0">
                  <a:moveTo>
                    <a:pt x="2812" y="1"/>
                  </a:moveTo>
                  <a:cubicBezTo>
                    <a:pt x="1894" y="1"/>
                    <a:pt x="657" y="799"/>
                    <a:pt x="321" y="1329"/>
                  </a:cubicBezTo>
                  <a:cubicBezTo>
                    <a:pt x="0" y="1834"/>
                    <a:pt x="437" y="2578"/>
                    <a:pt x="1007" y="2578"/>
                  </a:cubicBezTo>
                  <a:cubicBezTo>
                    <a:pt x="1086" y="2578"/>
                    <a:pt x="1166" y="2564"/>
                    <a:pt x="1248" y="2534"/>
                  </a:cubicBezTo>
                  <a:cubicBezTo>
                    <a:pt x="1845" y="2311"/>
                    <a:pt x="2377" y="1860"/>
                    <a:pt x="2943" y="1553"/>
                  </a:cubicBezTo>
                  <a:cubicBezTo>
                    <a:pt x="3265" y="1379"/>
                    <a:pt x="3950" y="930"/>
                    <a:pt x="3688" y="462"/>
                  </a:cubicBezTo>
                  <a:cubicBezTo>
                    <a:pt x="3502" y="131"/>
                    <a:pt x="3183" y="1"/>
                    <a:pt x="2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61"/>
            <p:cNvSpPr/>
            <p:nvPr/>
          </p:nvSpPr>
          <p:spPr>
            <a:xfrm>
              <a:off x="1496975" y="3428975"/>
              <a:ext cx="61225" cy="72000"/>
            </a:xfrm>
            <a:custGeom>
              <a:avLst/>
              <a:gdLst/>
              <a:ahLst/>
              <a:cxnLst/>
              <a:rect l="l" t="t" r="r" b="b"/>
              <a:pathLst>
                <a:path w="2449" h="2880" extrusionOk="0">
                  <a:moveTo>
                    <a:pt x="2119" y="1"/>
                  </a:moveTo>
                  <a:cubicBezTo>
                    <a:pt x="2109" y="1"/>
                    <a:pt x="2100" y="1"/>
                    <a:pt x="2091" y="2"/>
                  </a:cubicBezTo>
                  <a:cubicBezTo>
                    <a:pt x="1563" y="75"/>
                    <a:pt x="1368" y="307"/>
                    <a:pt x="1058" y="718"/>
                  </a:cubicBezTo>
                  <a:cubicBezTo>
                    <a:pt x="810" y="1044"/>
                    <a:pt x="580" y="1384"/>
                    <a:pt x="363" y="1730"/>
                  </a:cubicBezTo>
                  <a:cubicBezTo>
                    <a:pt x="1" y="2314"/>
                    <a:pt x="567" y="2880"/>
                    <a:pt x="1092" y="2880"/>
                  </a:cubicBezTo>
                  <a:cubicBezTo>
                    <a:pt x="1324" y="2880"/>
                    <a:pt x="1548" y="2769"/>
                    <a:pt x="1680" y="2500"/>
                  </a:cubicBezTo>
                  <a:cubicBezTo>
                    <a:pt x="1875" y="2106"/>
                    <a:pt x="2047" y="1703"/>
                    <a:pt x="2206" y="1294"/>
                  </a:cubicBezTo>
                  <a:cubicBezTo>
                    <a:pt x="2392" y="820"/>
                    <a:pt x="2449" y="531"/>
                    <a:pt x="2236" y="62"/>
                  </a:cubicBezTo>
                  <a:cubicBezTo>
                    <a:pt x="2214" y="15"/>
                    <a:pt x="2165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61"/>
            <p:cNvSpPr/>
            <p:nvPr/>
          </p:nvSpPr>
          <p:spPr>
            <a:xfrm>
              <a:off x="1677700" y="3454750"/>
              <a:ext cx="45950" cy="107825"/>
            </a:xfrm>
            <a:custGeom>
              <a:avLst/>
              <a:gdLst/>
              <a:ahLst/>
              <a:cxnLst/>
              <a:rect l="l" t="t" r="r" b="b"/>
              <a:pathLst>
                <a:path w="1838" h="4313" extrusionOk="0">
                  <a:moveTo>
                    <a:pt x="1525" y="1"/>
                  </a:moveTo>
                  <a:cubicBezTo>
                    <a:pt x="1486" y="1"/>
                    <a:pt x="1447" y="10"/>
                    <a:pt x="1414" y="28"/>
                  </a:cubicBezTo>
                  <a:cubicBezTo>
                    <a:pt x="279" y="682"/>
                    <a:pt x="1" y="2576"/>
                    <a:pt x="171" y="3753"/>
                  </a:cubicBezTo>
                  <a:cubicBezTo>
                    <a:pt x="227" y="4140"/>
                    <a:pt x="529" y="4313"/>
                    <a:pt x="850" y="4313"/>
                  </a:cubicBezTo>
                  <a:cubicBezTo>
                    <a:pt x="1261" y="4313"/>
                    <a:pt x="1705" y="4029"/>
                    <a:pt x="1701" y="3547"/>
                  </a:cubicBezTo>
                  <a:cubicBezTo>
                    <a:pt x="1697" y="2933"/>
                    <a:pt x="1623" y="2341"/>
                    <a:pt x="1680" y="1724"/>
                  </a:cubicBezTo>
                  <a:cubicBezTo>
                    <a:pt x="1728" y="1194"/>
                    <a:pt x="1837" y="692"/>
                    <a:pt x="1744" y="163"/>
                  </a:cubicBezTo>
                  <a:cubicBezTo>
                    <a:pt x="1727" y="58"/>
                    <a:pt x="1624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61"/>
            <p:cNvSpPr/>
            <p:nvPr/>
          </p:nvSpPr>
          <p:spPr>
            <a:xfrm>
              <a:off x="2090625" y="3077850"/>
              <a:ext cx="104925" cy="44025"/>
            </a:xfrm>
            <a:custGeom>
              <a:avLst/>
              <a:gdLst/>
              <a:ahLst/>
              <a:cxnLst/>
              <a:rect l="l" t="t" r="r" b="b"/>
              <a:pathLst>
                <a:path w="4197" h="1761" extrusionOk="0">
                  <a:moveTo>
                    <a:pt x="2036" y="0"/>
                  </a:moveTo>
                  <a:cubicBezTo>
                    <a:pt x="1290" y="0"/>
                    <a:pt x="519" y="155"/>
                    <a:pt x="137" y="693"/>
                  </a:cubicBezTo>
                  <a:cubicBezTo>
                    <a:pt x="0" y="884"/>
                    <a:pt x="97" y="1204"/>
                    <a:pt x="299" y="1309"/>
                  </a:cubicBezTo>
                  <a:cubicBezTo>
                    <a:pt x="566" y="1448"/>
                    <a:pt x="847" y="1456"/>
                    <a:pt x="1135" y="1456"/>
                  </a:cubicBezTo>
                  <a:cubicBezTo>
                    <a:pt x="1169" y="1456"/>
                    <a:pt x="1204" y="1456"/>
                    <a:pt x="1238" y="1456"/>
                  </a:cubicBezTo>
                  <a:cubicBezTo>
                    <a:pt x="1326" y="1456"/>
                    <a:pt x="1413" y="1456"/>
                    <a:pt x="1502" y="1461"/>
                  </a:cubicBezTo>
                  <a:cubicBezTo>
                    <a:pt x="1943" y="1486"/>
                    <a:pt x="2372" y="1595"/>
                    <a:pt x="2795" y="1722"/>
                  </a:cubicBezTo>
                  <a:cubicBezTo>
                    <a:pt x="2881" y="1748"/>
                    <a:pt x="2963" y="1760"/>
                    <a:pt x="3041" y="1760"/>
                  </a:cubicBezTo>
                  <a:cubicBezTo>
                    <a:pt x="3899" y="1760"/>
                    <a:pt x="4196" y="288"/>
                    <a:pt x="3238" y="115"/>
                  </a:cubicBezTo>
                  <a:cubicBezTo>
                    <a:pt x="2902" y="54"/>
                    <a:pt x="2474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15" name="Google Shape;515;p61"/>
          <p:cNvGrpSpPr/>
          <p:nvPr/>
        </p:nvGrpSpPr>
        <p:grpSpPr>
          <a:xfrm>
            <a:off x="4904843" y="1996257"/>
            <a:ext cx="679839" cy="489887"/>
            <a:chOff x="5310875" y="337375"/>
            <a:chExt cx="916225" cy="660225"/>
          </a:xfrm>
        </p:grpSpPr>
        <p:sp>
          <p:nvSpPr>
            <p:cNvPr id="516" name="Google Shape;516;p61"/>
            <p:cNvSpPr/>
            <p:nvPr/>
          </p:nvSpPr>
          <p:spPr>
            <a:xfrm>
              <a:off x="5310875" y="337375"/>
              <a:ext cx="916225" cy="660225"/>
            </a:xfrm>
            <a:custGeom>
              <a:avLst/>
              <a:gdLst/>
              <a:ahLst/>
              <a:cxnLst/>
              <a:rect l="l" t="t" r="r" b="b"/>
              <a:pathLst>
                <a:path w="36649" h="26409" extrusionOk="0">
                  <a:moveTo>
                    <a:pt x="22990" y="1502"/>
                  </a:moveTo>
                  <a:cubicBezTo>
                    <a:pt x="24636" y="1502"/>
                    <a:pt x="26251" y="1775"/>
                    <a:pt x="27734" y="2504"/>
                  </a:cubicBezTo>
                  <a:cubicBezTo>
                    <a:pt x="34704" y="5931"/>
                    <a:pt x="35360" y="15588"/>
                    <a:pt x="28935" y="19943"/>
                  </a:cubicBezTo>
                  <a:cubicBezTo>
                    <a:pt x="28675" y="20118"/>
                    <a:pt x="28439" y="20497"/>
                    <a:pt x="28574" y="20826"/>
                  </a:cubicBezTo>
                  <a:cubicBezTo>
                    <a:pt x="29254" y="22480"/>
                    <a:pt x="30274" y="23815"/>
                    <a:pt x="31605" y="24830"/>
                  </a:cubicBezTo>
                  <a:cubicBezTo>
                    <a:pt x="29557" y="24651"/>
                    <a:pt x="27668" y="23543"/>
                    <a:pt x="26518" y="21715"/>
                  </a:cubicBezTo>
                  <a:cubicBezTo>
                    <a:pt x="26364" y="21470"/>
                    <a:pt x="26128" y="21352"/>
                    <a:pt x="25885" y="21352"/>
                  </a:cubicBezTo>
                  <a:cubicBezTo>
                    <a:pt x="25695" y="21352"/>
                    <a:pt x="25502" y="21424"/>
                    <a:pt x="25338" y="21563"/>
                  </a:cubicBezTo>
                  <a:cubicBezTo>
                    <a:pt x="22839" y="23686"/>
                    <a:pt x="19493" y="24773"/>
                    <a:pt x="16164" y="24773"/>
                  </a:cubicBezTo>
                  <a:cubicBezTo>
                    <a:pt x="11835" y="24773"/>
                    <a:pt x="7535" y="22936"/>
                    <a:pt x="5160" y="19152"/>
                  </a:cubicBezTo>
                  <a:cubicBezTo>
                    <a:pt x="2622" y="15107"/>
                    <a:pt x="4899" y="10120"/>
                    <a:pt x="7851" y="6959"/>
                  </a:cubicBezTo>
                  <a:cubicBezTo>
                    <a:pt x="8283" y="6499"/>
                    <a:pt x="8743" y="6066"/>
                    <a:pt x="9230" y="5662"/>
                  </a:cubicBezTo>
                  <a:cubicBezTo>
                    <a:pt x="11347" y="4267"/>
                    <a:pt x="13707" y="3260"/>
                    <a:pt x="16182" y="2604"/>
                  </a:cubicBezTo>
                  <a:cubicBezTo>
                    <a:pt x="18320" y="2038"/>
                    <a:pt x="20684" y="1502"/>
                    <a:pt x="22990" y="1502"/>
                  </a:cubicBezTo>
                  <a:close/>
                  <a:moveTo>
                    <a:pt x="22921" y="0"/>
                  </a:moveTo>
                  <a:cubicBezTo>
                    <a:pt x="20883" y="0"/>
                    <a:pt x="18812" y="363"/>
                    <a:pt x="16843" y="849"/>
                  </a:cubicBezTo>
                  <a:cubicBezTo>
                    <a:pt x="15554" y="1167"/>
                    <a:pt x="14293" y="1584"/>
                    <a:pt x="13082" y="2104"/>
                  </a:cubicBezTo>
                  <a:cubicBezTo>
                    <a:pt x="6225" y="4767"/>
                    <a:pt x="1" y="12892"/>
                    <a:pt x="3814" y="19616"/>
                  </a:cubicBezTo>
                  <a:cubicBezTo>
                    <a:pt x="6346" y="24082"/>
                    <a:pt x="11197" y="26196"/>
                    <a:pt x="16102" y="26196"/>
                  </a:cubicBezTo>
                  <a:cubicBezTo>
                    <a:pt x="19536" y="26196"/>
                    <a:pt x="22996" y="25160"/>
                    <a:pt x="25706" y="23169"/>
                  </a:cubicBezTo>
                  <a:cubicBezTo>
                    <a:pt x="27286" y="25232"/>
                    <a:pt x="29698" y="26409"/>
                    <a:pt x="32242" y="26409"/>
                  </a:cubicBezTo>
                  <a:cubicBezTo>
                    <a:pt x="32931" y="26409"/>
                    <a:pt x="33630" y="26323"/>
                    <a:pt x="34324" y="26144"/>
                  </a:cubicBezTo>
                  <a:cubicBezTo>
                    <a:pt x="35137" y="25935"/>
                    <a:pt x="34984" y="24910"/>
                    <a:pt x="34324" y="24641"/>
                  </a:cubicBezTo>
                  <a:cubicBezTo>
                    <a:pt x="32541" y="23914"/>
                    <a:pt x="31137" y="22589"/>
                    <a:pt x="30302" y="20875"/>
                  </a:cubicBezTo>
                  <a:cubicBezTo>
                    <a:pt x="36648" y="16007"/>
                    <a:pt x="36480" y="6187"/>
                    <a:pt x="29567" y="1774"/>
                  </a:cubicBezTo>
                  <a:cubicBezTo>
                    <a:pt x="27529" y="473"/>
                    <a:pt x="25246" y="0"/>
                    <a:pt x="2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61"/>
            <p:cNvSpPr/>
            <p:nvPr/>
          </p:nvSpPr>
          <p:spPr>
            <a:xfrm>
              <a:off x="5603850" y="729950"/>
              <a:ext cx="44325" cy="37875"/>
            </a:xfrm>
            <a:custGeom>
              <a:avLst/>
              <a:gdLst/>
              <a:ahLst/>
              <a:cxnLst/>
              <a:rect l="l" t="t" r="r" b="b"/>
              <a:pathLst>
                <a:path w="1773" h="1515" extrusionOk="0">
                  <a:moveTo>
                    <a:pt x="894" y="0"/>
                  </a:moveTo>
                  <a:cubicBezTo>
                    <a:pt x="405" y="0"/>
                    <a:pt x="1" y="547"/>
                    <a:pt x="280" y="1044"/>
                  </a:cubicBezTo>
                  <a:cubicBezTo>
                    <a:pt x="405" y="1267"/>
                    <a:pt x="569" y="1455"/>
                    <a:pt x="836" y="1501"/>
                  </a:cubicBezTo>
                  <a:cubicBezTo>
                    <a:pt x="890" y="1510"/>
                    <a:pt x="942" y="1514"/>
                    <a:pt x="992" y="1514"/>
                  </a:cubicBezTo>
                  <a:cubicBezTo>
                    <a:pt x="1457" y="1514"/>
                    <a:pt x="1772" y="1142"/>
                    <a:pt x="1689" y="648"/>
                  </a:cubicBezTo>
                  <a:cubicBezTo>
                    <a:pt x="1644" y="385"/>
                    <a:pt x="1454" y="215"/>
                    <a:pt x="1232" y="91"/>
                  </a:cubicBezTo>
                  <a:cubicBezTo>
                    <a:pt x="1120" y="28"/>
                    <a:pt x="100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61"/>
            <p:cNvSpPr/>
            <p:nvPr/>
          </p:nvSpPr>
          <p:spPr>
            <a:xfrm>
              <a:off x="5700025" y="697375"/>
              <a:ext cx="60225" cy="53675"/>
            </a:xfrm>
            <a:custGeom>
              <a:avLst/>
              <a:gdLst/>
              <a:ahLst/>
              <a:cxnLst/>
              <a:rect l="l" t="t" r="r" b="b"/>
              <a:pathLst>
                <a:path w="2409" h="2147" extrusionOk="0">
                  <a:moveTo>
                    <a:pt x="1180" y="1"/>
                  </a:moveTo>
                  <a:cubicBezTo>
                    <a:pt x="1097" y="1"/>
                    <a:pt x="1013" y="11"/>
                    <a:pt x="927" y="34"/>
                  </a:cubicBezTo>
                  <a:cubicBezTo>
                    <a:pt x="386" y="183"/>
                    <a:pt x="0" y="802"/>
                    <a:pt x="178" y="1352"/>
                  </a:cubicBezTo>
                  <a:cubicBezTo>
                    <a:pt x="321" y="1795"/>
                    <a:pt x="742" y="2147"/>
                    <a:pt x="1208" y="2147"/>
                  </a:cubicBezTo>
                  <a:cubicBezTo>
                    <a:pt x="1303" y="2147"/>
                    <a:pt x="1399" y="2132"/>
                    <a:pt x="1495" y="2101"/>
                  </a:cubicBezTo>
                  <a:cubicBezTo>
                    <a:pt x="2043" y="1923"/>
                    <a:pt x="2408" y="1365"/>
                    <a:pt x="2244" y="783"/>
                  </a:cubicBezTo>
                  <a:cubicBezTo>
                    <a:pt x="2231" y="741"/>
                    <a:pt x="2219" y="700"/>
                    <a:pt x="2209" y="658"/>
                  </a:cubicBezTo>
                  <a:cubicBezTo>
                    <a:pt x="2137" y="379"/>
                    <a:pt x="1900" y="141"/>
                    <a:pt x="1621" y="69"/>
                  </a:cubicBezTo>
                  <a:cubicBezTo>
                    <a:pt x="1473" y="32"/>
                    <a:pt x="1328" y="1"/>
                    <a:pt x="1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61"/>
            <p:cNvSpPr/>
            <p:nvPr/>
          </p:nvSpPr>
          <p:spPr>
            <a:xfrm>
              <a:off x="5785025" y="670025"/>
              <a:ext cx="64550" cy="50050"/>
            </a:xfrm>
            <a:custGeom>
              <a:avLst/>
              <a:gdLst/>
              <a:ahLst/>
              <a:cxnLst/>
              <a:rect l="l" t="t" r="r" b="b"/>
              <a:pathLst>
                <a:path w="2582" h="2002" extrusionOk="0">
                  <a:moveTo>
                    <a:pt x="1291" y="1"/>
                  </a:moveTo>
                  <a:cubicBezTo>
                    <a:pt x="3" y="1"/>
                    <a:pt x="1" y="2002"/>
                    <a:pt x="1291" y="2002"/>
                  </a:cubicBezTo>
                  <a:cubicBezTo>
                    <a:pt x="2579" y="2002"/>
                    <a:pt x="2581" y="1"/>
                    <a:pt x="1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61"/>
            <p:cNvSpPr/>
            <p:nvPr/>
          </p:nvSpPr>
          <p:spPr>
            <a:xfrm>
              <a:off x="5887850" y="638500"/>
              <a:ext cx="56125" cy="43525"/>
            </a:xfrm>
            <a:custGeom>
              <a:avLst/>
              <a:gdLst/>
              <a:ahLst/>
              <a:cxnLst/>
              <a:rect l="l" t="t" r="r" b="b"/>
              <a:pathLst>
                <a:path w="2245" h="1741" extrusionOk="0">
                  <a:moveTo>
                    <a:pt x="1123" y="1"/>
                  </a:moveTo>
                  <a:cubicBezTo>
                    <a:pt x="0" y="1"/>
                    <a:pt x="0" y="1741"/>
                    <a:pt x="1123" y="1741"/>
                  </a:cubicBezTo>
                  <a:cubicBezTo>
                    <a:pt x="2242" y="1741"/>
                    <a:pt x="2244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1" name="Google Shape;521;p61"/>
          <p:cNvSpPr/>
          <p:nvPr/>
        </p:nvSpPr>
        <p:spPr>
          <a:xfrm>
            <a:off x="5004400" y="3010457"/>
            <a:ext cx="578112" cy="572717"/>
          </a:xfrm>
          <a:custGeom>
            <a:avLst/>
            <a:gdLst/>
            <a:ahLst/>
            <a:cxnLst/>
            <a:rect l="l" t="t" r="r" b="b"/>
            <a:pathLst>
              <a:path w="29253" h="28980" extrusionOk="0">
                <a:moveTo>
                  <a:pt x="14143" y="2700"/>
                </a:moveTo>
                <a:lnTo>
                  <a:pt x="14143" y="2701"/>
                </a:lnTo>
                <a:cubicBezTo>
                  <a:pt x="14382" y="2879"/>
                  <a:pt x="14610" y="3071"/>
                  <a:pt x="14826" y="3275"/>
                </a:cubicBezTo>
                <a:cubicBezTo>
                  <a:pt x="16631" y="4989"/>
                  <a:pt x="17613" y="7527"/>
                  <a:pt x="17512" y="9952"/>
                </a:cubicBezTo>
                <a:cubicBezTo>
                  <a:pt x="16350" y="9553"/>
                  <a:pt x="15139" y="9334"/>
                  <a:pt x="13946" y="9334"/>
                </a:cubicBezTo>
                <a:cubicBezTo>
                  <a:pt x="13767" y="9334"/>
                  <a:pt x="13588" y="9339"/>
                  <a:pt x="13409" y="9349"/>
                </a:cubicBezTo>
                <a:cubicBezTo>
                  <a:pt x="12636" y="9391"/>
                  <a:pt x="11849" y="9550"/>
                  <a:pt x="11078" y="9803"/>
                </a:cubicBezTo>
                <a:cubicBezTo>
                  <a:pt x="11026" y="7418"/>
                  <a:pt x="12076" y="4911"/>
                  <a:pt x="13651" y="3031"/>
                </a:cubicBezTo>
                <a:cubicBezTo>
                  <a:pt x="13812" y="2912"/>
                  <a:pt x="13976" y="2804"/>
                  <a:pt x="14143" y="2700"/>
                </a:cubicBezTo>
                <a:close/>
                <a:moveTo>
                  <a:pt x="13886" y="10716"/>
                </a:moveTo>
                <a:cubicBezTo>
                  <a:pt x="14821" y="10716"/>
                  <a:pt x="15765" y="10856"/>
                  <a:pt x="16686" y="11136"/>
                </a:cubicBezTo>
                <a:cubicBezTo>
                  <a:pt x="16903" y="11202"/>
                  <a:pt x="17115" y="11275"/>
                  <a:pt x="17324" y="11354"/>
                </a:cubicBezTo>
                <a:cubicBezTo>
                  <a:pt x="16955" y="12973"/>
                  <a:pt x="16048" y="14448"/>
                  <a:pt x="14512" y="15473"/>
                </a:cubicBezTo>
                <a:cubicBezTo>
                  <a:pt x="14486" y="15490"/>
                  <a:pt x="14459" y="15506"/>
                  <a:pt x="14432" y="15523"/>
                </a:cubicBezTo>
                <a:cubicBezTo>
                  <a:pt x="13538" y="14957"/>
                  <a:pt x="12753" y="14234"/>
                  <a:pt x="12162" y="13355"/>
                </a:cubicBezTo>
                <a:cubicBezTo>
                  <a:pt x="11692" y="12657"/>
                  <a:pt x="11390" y="11899"/>
                  <a:pt x="11225" y="11110"/>
                </a:cubicBezTo>
                <a:cubicBezTo>
                  <a:pt x="12088" y="10847"/>
                  <a:pt x="12983" y="10716"/>
                  <a:pt x="13886" y="10716"/>
                </a:cubicBezTo>
                <a:close/>
                <a:moveTo>
                  <a:pt x="18312" y="1537"/>
                </a:moveTo>
                <a:cubicBezTo>
                  <a:pt x="20093" y="1537"/>
                  <a:pt x="21942" y="2089"/>
                  <a:pt x="23631" y="3166"/>
                </a:cubicBezTo>
                <a:cubicBezTo>
                  <a:pt x="27706" y="5766"/>
                  <a:pt x="28613" y="11589"/>
                  <a:pt x="24959" y="14979"/>
                </a:cubicBezTo>
                <a:cubicBezTo>
                  <a:pt x="24699" y="15219"/>
                  <a:pt x="24420" y="15438"/>
                  <a:pt x="24127" y="15635"/>
                </a:cubicBezTo>
                <a:cubicBezTo>
                  <a:pt x="23065" y="13370"/>
                  <a:pt x="21068" y="11550"/>
                  <a:pt x="18752" y="10457"/>
                </a:cubicBezTo>
                <a:cubicBezTo>
                  <a:pt x="19023" y="7350"/>
                  <a:pt x="17700" y="4138"/>
                  <a:pt x="15330" y="2098"/>
                </a:cubicBezTo>
                <a:cubicBezTo>
                  <a:pt x="16271" y="1722"/>
                  <a:pt x="17280" y="1537"/>
                  <a:pt x="18312" y="1537"/>
                </a:cubicBezTo>
                <a:close/>
                <a:moveTo>
                  <a:pt x="9622" y="1191"/>
                </a:moveTo>
                <a:cubicBezTo>
                  <a:pt x="10716" y="1191"/>
                  <a:pt x="11799" y="1430"/>
                  <a:pt x="12794" y="1893"/>
                </a:cubicBezTo>
                <a:cubicBezTo>
                  <a:pt x="11658" y="2800"/>
                  <a:pt x="10851" y="4091"/>
                  <a:pt x="10636" y="5807"/>
                </a:cubicBezTo>
                <a:cubicBezTo>
                  <a:pt x="10620" y="5931"/>
                  <a:pt x="10693" y="6020"/>
                  <a:pt x="10792" y="6065"/>
                </a:cubicBezTo>
                <a:cubicBezTo>
                  <a:pt x="10315" y="7423"/>
                  <a:pt x="10088" y="8858"/>
                  <a:pt x="10132" y="10167"/>
                </a:cubicBezTo>
                <a:cubicBezTo>
                  <a:pt x="7489" y="11328"/>
                  <a:pt x="5198" y="13597"/>
                  <a:pt x="4538" y="16234"/>
                </a:cubicBezTo>
                <a:lnTo>
                  <a:pt x="4538" y="16235"/>
                </a:lnTo>
                <a:cubicBezTo>
                  <a:pt x="3803" y="15782"/>
                  <a:pt x="3172" y="15179"/>
                  <a:pt x="2686" y="14467"/>
                </a:cubicBezTo>
                <a:cubicBezTo>
                  <a:pt x="535" y="11329"/>
                  <a:pt x="1003" y="6440"/>
                  <a:pt x="3533" y="3553"/>
                </a:cubicBezTo>
                <a:cubicBezTo>
                  <a:pt x="3546" y="3555"/>
                  <a:pt x="3559" y="3556"/>
                  <a:pt x="3573" y="3556"/>
                </a:cubicBezTo>
                <a:cubicBezTo>
                  <a:pt x="3623" y="3556"/>
                  <a:pt x="3673" y="3543"/>
                  <a:pt x="3717" y="3516"/>
                </a:cubicBezTo>
                <a:cubicBezTo>
                  <a:pt x="5532" y="2476"/>
                  <a:pt x="6944" y="1344"/>
                  <a:pt x="9136" y="1207"/>
                </a:cubicBezTo>
                <a:cubicBezTo>
                  <a:pt x="9298" y="1196"/>
                  <a:pt x="9460" y="1191"/>
                  <a:pt x="9622" y="1191"/>
                </a:cubicBezTo>
                <a:close/>
                <a:moveTo>
                  <a:pt x="18507" y="11885"/>
                </a:moveTo>
                <a:cubicBezTo>
                  <a:pt x="20445" y="12900"/>
                  <a:pt x="21976" y="14481"/>
                  <a:pt x="22813" y="16335"/>
                </a:cubicBezTo>
                <a:cubicBezTo>
                  <a:pt x="21780" y="16759"/>
                  <a:pt x="20647" y="16964"/>
                  <a:pt x="19504" y="16964"/>
                </a:cubicBezTo>
                <a:cubicBezTo>
                  <a:pt x="18187" y="16964"/>
                  <a:pt x="16856" y="16692"/>
                  <a:pt x="15649" y="16169"/>
                </a:cubicBezTo>
                <a:cubicBezTo>
                  <a:pt x="16800" y="15293"/>
                  <a:pt x="17727" y="14157"/>
                  <a:pt x="18254" y="12714"/>
                </a:cubicBezTo>
                <a:lnTo>
                  <a:pt x="18254" y="12715"/>
                </a:lnTo>
                <a:cubicBezTo>
                  <a:pt x="18352" y="12443"/>
                  <a:pt x="18438" y="12166"/>
                  <a:pt x="18507" y="11885"/>
                </a:cubicBezTo>
                <a:close/>
                <a:moveTo>
                  <a:pt x="10357" y="11801"/>
                </a:moveTo>
                <a:cubicBezTo>
                  <a:pt x="10814" y="13567"/>
                  <a:pt x="11948" y="15027"/>
                  <a:pt x="13414" y="16108"/>
                </a:cubicBezTo>
                <a:lnTo>
                  <a:pt x="13414" y="16109"/>
                </a:lnTo>
                <a:cubicBezTo>
                  <a:pt x="11937" y="16849"/>
                  <a:pt x="10221" y="17287"/>
                  <a:pt x="8552" y="17287"/>
                </a:cubicBezTo>
                <a:cubicBezTo>
                  <a:pt x="7559" y="17287"/>
                  <a:pt x="6583" y="17132"/>
                  <a:pt x="5684" y="16794"/>
                </a:cubicBezTo>
                <a:cubicBezTo>
                  <a:pt x="6276" y="14376"/>
                  <a:pt x="8033" y="12813"/>
                  <a:pt x="10357" y="11801"/>
                </a:cubicBezTo>
                <a:close/>
                <a:moveTo>
                  <a:pt x="14597" y="16860"/>
                </a:moveTo>
                <a:cubicBezTo>
                  <a:pt x="16211" y="17742"/>
                  <a:pt x="18071" y="18226"/>
                  <a:pt x="19836" y="18239"/>
                </a:cubicBezTo>
                <a:cubicBezTo>
                  <a:pt x="19855" y="18239"/>
                  <a:pt x="19875" y="18239"/>
                  <a:pt x="19894" y="18239"/>
                </a:cubicBezTo>
                <a:cubicBezTo>
                  <a:pt x="21057" y="18239"/>
                  <a:pt x="22193" y="17983"/>
                  <a:pt x="23243" y="17533"/>
                </a:cubicBezTo>
                <a:lnTo>
                  <a:pt x="23243" y="17533"/>
                </a:lnTo>
                <a:cubicBezTo>
                  <a:pt x="23754" y="19405"/>
                  <a:pt x="23580" y="21466"/>
                  <a:pt x="22464" y="23460"/>
                </a:cubicBezTo>
                <a:cubicBezTo>
                  <a:pt x="20882" y="26284"/>
                  <a:pt x="18005" y="27654"/>
                  <a:pt x="15044" y="27654"/>
                </a:cubicBezTo>
                <a:cubicBezTo>
                  <a:pt x="13094" y="27654"/>
                  <a:pt x="11108" y="27060"/>
                  <a:pt x="9432" y="25894"/>
                </a:cubicBezTo>
                <a:cubicBezTo>
                  <a:pt x="7730" y="24710"/>
                  <a:pt x="6408" y="22914"/>
                  <a:pt x="5813" y="20917"/>
                </a:cubicBezTo>
                <a:cubicBezTo>
                  <a:pt x="5908" y="20794"/>
                  <a:pt x="5926" y="20630"/>
                  <a:pt x="5860" y="20490"/>
                </a:cubicBezTo>
                <a:lnTo>
                  <a:pt x="5860" y="20490"/>
                </a:lnTo>
                <a:lnTo>
                  <a:pt x="5861" y="20491"/>
                </a:lnTo>
                <a:cubicBezTo>
                  <a:pt x="5707" y="20141"/>
                  <a:pt x="5589" y="19777"/>
                  <a:pt x="5511" y="19402"/>
                </a:cubicBezTo>
                <a:cubicBezTo>
                  <a:pt x="5467" y="18994"/>
                  <a:pt x="5455" y="18582"/>
                  <a:pt x="5478" y="18171"/>
                </a:cubicBezTo>
                <a:cubicBezTo>
                  <a:pt x="5480" y="18134"/>
                  <a:pt x="5485" y="18100"/>
                  <a:pt x="5488" y="18063"/>
                </a:cubicBezTo>
                <a:cubicBezTo>
                  <a:pt x="6301" y="18358"/>
                  <a:pt x="7183" y="18520"/>
                  <a:pt x="8115" y="18520"/>
                </a:cubicBezTo>
                <a:cubicBezTo>
                  <a:pt x="8208" y="18520"/>
                  <a:pt x="8302" y="18518"/>
                  <a:pt x="8396" y="18515"/>
                </a:cubicBezTo>
                <a:cubicBezTo>
                  <a:pt x="10491" y="18442"/>
                  <a:pt x="12735" y="17924"/>
                  <a:pt x="14597" y="16860"/>
                </a:cubicBezTo>
                <a:close/>
                <a:moveTo>
                  <a:pt x="9193" y="1"/>
                </a:moveTo>
                <a:cubicBezTo>
                  <a:pt x="6999" y="1"/>
                  <a:pt x="4863" y="714"/>
                  <a:pt x="3713" y="2437"/>
                </a:cubicBezTo>
                <a:cubicBezTo>
                  <a:pt x="1187" y="4294"/>
                  <a:pt x="0" y="7949"/>
                  <a:pt x="275" y="10991"/>
                </a:cubicBezTo>
                <a:cubicBezTo>
                  <a:pt x="530" y="13822"/>
                  <a:pt x="2073" y="16256"/>
                  <a:pt x="4353" y="17543"/>
                </a:cubicBezTo>
                <a:cubicBezTo>
                  <a:pt x="4334" y="18048"/>
                  <a:pt x="4379" y="18553"/>
                  <a:pt x="4485" y="19048"/>
                </a:cubicBezTo>
                <a:cubicBezTo>
                  <a:pt x="4501" y="20156"/>
                  <a:pt x="4704" y="21244"/>
                  <a:pt x="5099" y="22206"/>
                </a:cubicBezTo>
                <a:cubicBezTo>
                  <a:pt x="6782" y="26306"/>
                  <a:pt x="10993" y="28980"/>
                  <a:pt x="15346" y="28980"/>
                </a:cubicBezTo>
                <a:cubicBezTo>
                  <a:pt x="16130" y="28980"/>
                  <a:pt x="16918" y="28893"/>
                  <a:pt x="17698" y="28712"/>
                </a:cubicBezTo>
                <a:cubicBezTo>
                  <a:pt x="22311" y="27642"/>
                  <a:pt x="25477" y="22829"/>
                  <a:pt x="24876" y="18171"/>
                </a:cubicBezTo>
                <a:cubicBezTo>
                  <a:pt x="24815" y="17713"/>
                  <a:pt x="24717" y="17260"/>
                  <a:pt x="24582" y="16818"/>
                </a:cubicBezTo>
                <a:cubicBezTo>
                  <a:pt x="26550" y="15547"/>
                  <a:pt x="28024" y="13524"/>
                  <a:pt x="28441" y="11154"/>
                </a:cubicBezTo>
                <a:cubicBezTo>
                  <a:pt x="29253" y="6545"/>
                  <a:pt x="26353" y="2608"/>
                  <a:pt x="22191" y="938"/>
                </a:cubicBezTo>
                <a:cubicBezTo>
                  <a:pt x="20987" y="455"/>
                  <a:pt x="19607" y="199"/>
                  <a:pt x="18228" y="199"/>
                </a:cubicBezTo>
                <a:cubicBezTo>
                  <a:pt x="16729" y="199"/>
                  <a:pt x="15231" y="502"/>
                  <a:pt x="13964" y="1145"/>
                </a:cubicBezTo>
                <a:cubicBezTo>
                  <a:pt x="12626" y="428"/>
                  <a:pt x="10892" y="1"/>
                  <a:pt x="91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501;p61"/>
          <p:cNvSpPr txBox="1">
            <a:spLocks/>
          </p:cNvSpPr>
          <p:nvPr/>
        </p:nvSpPr>
        <p:spPr>
          <a:xfrm>
            <a:off x="5623675" y="3884547"/>
            <a:ext cx="2333100" cy="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ncert One"/>
              <a:buNone/>
              <a:defRPr sz="2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smtClean="0"/>
              <a:t>Pipe Operator</a:t>
            </a:r>
            <a:endParaRPr lang="en-US" dirty="0"/>
          </a:p>
        </p:txBody>
      </p:sp>
      <p:sp>
        <p:nvSpPr>
          <p:cNvPr id="35" name="Google Shape;502;p61"/>
          <p:cNvSpPr txBox="1">
            <a:spLocks/>
          </p:cNvSpPr>
          <p:nvPr/>
        </p:nvSpPr>
        <p:spPr>
          <a:xfrm>
            <a:off x="5962748" y="4051454"/>
            <a:ext cx="2333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grpSp>
        <p:nvGrpSpPr>
          <p:cNvPr id="37" name="Google Shape;1528;p108"/>
          <p:cNvGrpSpPr/>
          <p:nvPr/>
        </p:nvGrpSpPr>
        <p:grpSpPr>
          <a:xfrm>
            <a:off x="5022750" y="4060927"/>
            <a:ext cx="517379" cy="471964"/>
            <a:chOff x="6236375" y="2802425"/>
            <a:chExt cx="282825" cy="238075"/>
          </a:xfrm>
        </p:grpSpPr>
        <p:sp>
          <p:nvSpPr>
            <p:cNvPr id="38" name="Google Shape;1529;p108"/>
            <p:cNvSpPr/>
            <p:nvPr/>
          </p:nvSpPr>
          <p:spPr>
            <a:xfrm>
              <a:off x="6300300" y="2892150"/>
              <a:ext cx="52775" cy="41325"/>
            </a:xfrm>
            <a:custGeom>
              <a:avLst/>
              <a:gdLst/>
              <a:ahLst/>
              <a:cxnLst/>
              <a:rect l="l" t="t" r="r" b="b"/>
              <a:pathLst>
                <a:path w="2111" h="1653" extrusionOk="0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39" name="Google Shape;1530;p108"/>
            <p:cNvSpPr/>
            <p:nvPr/>
          </p:nvSpPr>
          <p:spPr>
            <a:xfrm>
              <a:off x="6357425" y="2845800"/>
              <a:ext cx="52800" cy="41825"/>
            </a:xfrm>
            <a:custGeom>
              <a:avLst/>
              <a:gdLst/>
              <a:ahLst/>
              <a:cxnLst/>
              <a:rect l="l" t="t" r="r" b="b"/>
              <a:pathLst>
                <a:path w="2112" h="1673" extrusionOk="0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0" name="Google Shape;1531;p108"/>
            <p:cNvSpPr/>
            <p:nvPr/>
          </p:nvSpPr>
          <p:spPr>
            <a:xfrm>
              <a:off x="6428925" y="2862400"/>
              <a:ext cx="52750" cy="41900"/>
            </a:xfrm>
            <a:custGeom>
              <a:avLst/>
              <a:gdLst/>
              <a:ahLst/>
              <a:cxnLst/>
              <a:rect l="l" t="t" r="r" b="b"/>
              <a:pathLst>
                <a:path w="2110" h="1676" extrusionOk="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1" name="Google Shape;1532;p108"/>
            <p:cNvSpPr/>
            <p:nvPr/>
          </p:nvSpPr>
          <p:spPr>
            <a:xfrm>
              <a:off x="6408025" y="2924450"/>
              <a:ext cx="76625" cy="59725"/>
            </a:xfrm>
            <a:custGeom>
              <a:avLst/>
              <a:gdLst/>
              <a:ahLst/>
              <a:cxnLst/>
              <a:rect l="l" t="t" r="r" b="b"/>
              <a:pathLst>
                <a:path w="3065" h="2389" extrusionOk="0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42" name="Google Shape;1533;p108"/>
            <p:cNvSpPr/>
            <p:nvPr/>
          </p:nvSpPr>
          <p:spPr>
            <a:xfrm>
              <a:off x="6236375" y="2802425"/>
              <a:ext cx="282825" cy="238075"/>
            </a:xfrm>
            <a:custGeom>
              <a:avLst/>
              <a:gdLst/>
              <a:ahLst/>
              <a:cxnLst/>
              <a:rect l="l" t="t" r="r" b="b"/>
              <a:pathLst>
                <a:path w="11313" h="9523" extrusionOk="0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</p:grpSp>
      <p:sp>
        <p:nvSpPr>
          <p:cNvPr id="44" name="Google Shape;502;p61"/>
          <p:cNvSpPr txBox="1">
            <a:spLocks/>
          </p:cNvSpPr>
          <p:nvPr/>
        </p:nvSpPr>
        <p:spPr>
          <a:xfrm>
            <a:off x="5657717" y="4246541"/>
            <a:ext cx="307173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None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dirty="0"/>
              <a:t>Where to </a:t>
            </a:r>
            <a:r>
              <a:rPr lang="en-US" dirty="0" smtClean="0">
                <a:solidFill>
                  <a:srgbClr val="0070C0"/>
                </a:solidFill>
              </a:rPr>
              <a:t>transform</a:t>
            </a:r>
            <a:r>
              <a:rPr lang="en-US" dirty="0" smtClean="0"/>
              <a:t> </a:t>
            </a:r>
            <a:r>
              <a:rPr lang="en-US" dirty="0"/>
              <a:t>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136" y="2213551"/>
            <a:ext cx="1263665" cy="159381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693045" y="766943"/>
            <a:ext cx="3694116" cy="592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Observable 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975416" y="1061689"/>
            <a:ext cx="3724886" cy="908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  <a:cs typeface="Arial"/>
                <a:sym typeface="Arial"/>
              </a:rPr>
              <a:t>An 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  <a:cs typeface="Arial"/>
                <a:sym typeface="Arial"/>
              </a:rPr>
              <a:t>Observable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  <a:cs typeface="Arial"/>
                <a:sym typeface="Arial"/>
              </a:rPr>
              <a:t> is an object that can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  <a:cs typeface="Arial"/>
                <a:sym typeface="Arial"/>
              </a:rPr>
              <a:t>emit events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  <a:cs typeface="Arial"/>
                <a:sym typeface="Arial"/>
              </a:rPr>
              <a:t>and allows you to register handler functions for those events</a:t>
            </a:r>
            <a:r>
              <a:rPr lang="en-US" dirty="0"/>
              <a:t>.</a:t>
            </a:r>
            <a:endParaRPr dirty="0"/>
          </a:p>
        </p:txBody>
      </p:sp>
      <p:grpSp>
        <p:nvGrpSpPr>
          <p:cNvPr id="503" name="Google Shape;503;p61"/>
          <p:cNvGrpSpPr/>
          <p:nvPr/>
        </p:nvGrpSpPr>
        <p:grpSpPr>
          <a:xfrm>
            <a:off x="3047167" y="515758"/>
            <a:ext cx="611754" cy="643200"/>
            <a:chOff x="1183375" y="2536600"/>
            <a:chExt cx="1060600" cy="1114925"/>
          </a:xfrm>
        </p:grpSpPr>
        <p:sp>
          <p:nvSpPr>
            <p:cNvPr id="504" name="Google Shape;504;p61"/>
            <p:cNvSpPr/>
            <p:nvPr/>
          </p:nvSpPr>
          <p:spPr>
            <a:xfrm>
              <a:off x="1393275" y="2759625"/>
              <a:ext cx="850700" cy="891900"/>
            </a:xfrm>
            <a:custGeom>
              <a:avLst/>
              <a:gdLst/>
              <a:ahLst/>
              <a:cxnLst/>
              <a:rect l="l" t="t" r="r" b="b"/>
              <a:pathLst>
                <a:path w="34028" h="35676" extrusionOk="0">
                  <a:moveTo>
                    <a:pt x="7050" y="3261"/>
                  </a:moveTo>
                  <a:cubicBezTo>
                    <a:pt x="5550" y="4510"/>
                    <a:pt x="4275" y="6086"/>
                    <a:pt x="3456" y="7646"/>
                  </a:cubicBezTo>
                  <a:cubicBezTo>
                    <a:pt x="1581" y="11215"/>
                    <a:pt x="2769" y="16037"/>
                    <a:pt x="5426" y="19346"/>
                  </a:cubicBezTo>
                  <a:cubicBezTo>
                    <a:pt x="5373" y="19294"/>
                    <a:pt x="5318" y="19243"/>
                    <a:pt x="5266" y="19190"/>
                  </a:cubicBezTo>
                  <a:cubicBezTo>
                    <a:pt x="3529" y="17393"/>
                    <a:pt x="2597" y="14904"/>
                    <a:pt x="2490" y="12427"/>
                  </a:cubicBezTo>
                  <a:cubicBezTo>
                    <a:pt x="2328" y="8626"/>
                    <a:pt x="4066" y="5198"/>
                    <a:pt x="7050" y="3261"/>
                  </a:cubicBezTo>
                  <a:close/>
                  <a:moveTo>
                    <a:pt x="12872" y="1594"/>
                  </a:moveTo>
                  <a:cubicBezTo>
                    <a:pt x="17362" y="1594"/>
                    <a:pt x="21289" y="4320"/>
                    <a:pt x="23215" y="8558"/>
                  </a:cubicBezTo>
                  <a:cubicBezTo>
                    <a:pt x="24531" y="11450"/>
                    <a:pt x="24911" y="14570"/>
                    <a:pt x="25312" y="17686"/>
                  </a:cubicBezTo>
                  <a:cubicBezTo>
                    <a:pt x="25632" y="20187"/>
                    <a:pt x="26126" y="22619"/>
                    <a:pt x="27636" y="24638"/>
                  </a:cubicBezTo>
                  <a:cubicBezTo>
                    <a:pt x="27210" y="25057"/>
                    <a:pt x="26813" y="25609"/>
                    <a:pt x="26440" y="26086"/>
                  </a:cubicBezTo>
                  <a:cubicBezTo>
                    <a:pt x="24902" y="23863"/>
                    <a:pt x="23078" y="21809"/>
                    <a:pt x="21412" y="19679"/>
                  </a:cubicBezTo>
                  <a:cubicBezTo>
                    <a:pt x="19699" y="17487"/>
                    <a:pt x="18109" y="14675"/>
                    <a:pt x="15926" y="12927"/>
                  </a:cubicBezTo>
                  <a:cubicBezTo>
                    <a:pt x="15858" y="12873"/>
                    <a:pt x="15784" y="12849"/>
                    <a:pt x="15714" y="12849"/>
                  </a:cubicBezTo>
                  <a:cubicBezTo>
                    <a:pt x="15506" y="12849"/>
                    <a:pt x="15331" y="13055"/>
                    <a:pt x="15448" y="13295"/>
                  </a:cubicBezTo>
                  <a:cubicBezTo>
                    <a:pt x="16616" y="15684"/>
                    <a:pt x="18827" y="17675"/>
                    <a:pt x="20505" y="19712"/>
                  </a:cubicBezTo>
                  <a:cubicBezTo>
                    <a:pt x="22338" y="21940"/>
                    <a:pt x="24054" y="24326"/>
                    <a:pt x="26013" y="26442"/>
                  </a:cubicBezTo>
                  <a:cubicBezTo>
                    <a:pt x="26037" y="26468"/>
                    <a:pt x="26065" y="26488"/>
                    <a:pt x="26097" y="26503"/>
                  </a:cubicBezTo>
                  <a:lnTo>
                    <a:pt x="26096" y="26504"/>
                  </a:lnTo>
                  <a:cubicBezTo>
                    <a:pt x="25736" y="26915"/>
                    <a:pt x="25293" y="27348"/>
                    <a:pt x="24854" y="27802"/>
                  </a:cubicBezTo>
                  <a:cubicBezTo>
                    <a:pt x="24840" y="27734"/>
                    <a:pt x="24803" y="27675"/>
                    <a:pt x="24747" y="27632"/>
                  </a:cubicBezTo>
                  <a:cubicBezTo>
                    <a:pt x="23632" y="26743"/>
                    <a:pt x="22473" y="25958"/>
                    <a:pt x="21485" y="24915"/>
                  </a:cubicBezTo>
                  <a:cubicBezTo>
                    <a:pt x="20557" y="23934"/>
                    <a:pt x="19757" y="22841"/>
                    <a:pt x="18913" y="21790"/>
                  </a:cubicBezTo>
                  <a:cubicBezTo>
                    <a:pt x="17213" y="19678"/>
                    <a:pt x="15464" y="17264"/>
                    <a:pt x="13199" y="15723"/>
                  </a:cubicBezTo>
                  <a:cubicBezTo>
                    <a:pt x="13148" y="15688"/>
                    <a:pt x="13091" y="15673"/>
                    <a:pt x="13036" y="15673"/>
                  </a:cubicBezTo>
                  <a:cubicBezTo>
                    <a:pt x="12787" y="15673"/>
                    <a:pt x="12543" y="15976"/>
                    <a:pt x="12717" y="16206"/>
                  </a:cubicBezTo>
                  <a:cubicBezTo>
                    <a:pt x="14441" y="18486"/>
                    <a:pt x="16715" y="20352"/>
                    <a:pt x="18522" y="22581"/>
                  </a:cubicBezTo>
                  <a:cubicBezTo>
                    <a:pt x="20195" y="24645"/>
                    <a:pt x="21902" y="26941"/>
                    <a:pt x="24320" y="28186"/>
                  </a:cubicBezTo>
                  <a:cubicBezTo>
                    <a:pt x="24364" y="28208"/>
                    <a:pt x="24412" y="28221"/>
                    <a:pt x="24461" y="28221"/>
                  </a:cubicBezTo>
                  <a:cubicBezTo>
                    <a:pt x="24065" y="28658"/>
                    <a:pt x="23695" y="29112"/>
                    <a:pt x="23428" y="29587"/>
                  </a:cubicBezTo>
                  <a:cubicBezTo>
                    <a:pt x="21392" y="26023"/>
                    <a:pt x="16324" y="24531"/>
                    <a:pt x="12758" y="23278"/>
                  </a:cubicBezTo>
                  <a:cubicBezTo>
                    <a:pt x="11285" y="22760"/>
                    <a:pt x="9776" y="22205"/>
                    <a:pt x="8379" y="21462"/>
                  </a:cubicBezTo>
                  <a:cubicBezTo>
                    <a:pt x="4075" y="18540"/>
                    <a:pt x="1276" y="12017"/>
                    <a:pt x="4103" y="7401"/>
                  </a:cubicBezTo>
                  <a:cubicBezTo>
                    <a:pt x="5380" y="5314"/>
                    <a:pt x="7446" y="3169"/>
                    <a:pt x="9759" y="2031"/>
                  </a:cubicBezTo>
                  <a:cubicBezTo>
                    <a:pt x="10018" y="1957"/>
                    <a:pt x="10281" y="1890"/>
                    <a:pt x="10551" y="1834"/>
                  </a:cubicBezTo>
                  <a:cubicBezTo>
                    <a:pt x="11336" y="1672"/>
                    <a:pt x="12112" y="1594"/>
                    <a:pt x="12872" y="1594"/>
                  </a:cubicBezTo>
                  <a:close/>
                  <a:moveTo>
                    <a:pt x="29133" y="26040"/>
                  </a:moveTo>
                  <a:cubicBezTo>
                    <a:pt x="29564" y="26323"/>
                    <a:pt x="29961" y="26654"/>
                    <a:pt x="30318" y="27026"/>
                  </a:cubicBezTo>
                  <a:cubicBezTo>
                    <a:pt x="29283" y="27507"/>
                    <a:pt x="28326" y="28252"/>
                    <a:pt x="27387" y="28869"/>
                  </a:cubicBezTo>
                  <a:cubicBezTo>
                    <a:pt x="26859" y="29217"/>
                    <a:pt x="26292" y="29555"/>
                    <a:pt x="25748" y="29924"/>
                  </a:cubicBezTo>
                  <a:cubicBezTo>
                    <a:pt x="26169" y="29433"/>
                    <a:pt x="26578" y="28931"/>
                    <a:pt x="26993" y="28463"/>
                  </a:cubicBezTo>
                  <a:cubicBezTo>
                    <a:pt x="27709" y="27658"/>
                    <a:pt x="28423" y="26849"/>
                    <a:pt x="29133" y="26040"/>
                  </a:cubicBezTo>
                  <a:close/>
                  <a:moveTo>
                    <a:pt x="28241" y="25335"/>
                  </a:moveTo>
                  <a:cubicBezTo>
                    <a:pt x="28315" y="25383"/>
                    <a:pt x="28401" y="25413"/>
                    <a:pt x="28490" y="25419"/>
                  </a:cubicBezTo>
                  <a:cubicBezTo>
                    <a:pt x="28464" y="25502"/>
                    <a:pt x="28470" y="25592"/>
                    <a:pt x="28527" y="25664"/>
                  </a:cubicBezTo>
                  <a:cubicBezTo>
                    <a:pt x="27790" y="26500"/>
                    <a:pt x="27057" y="27339"/>
                    <a:pt x="26325" y="28180"/>
                  </a:cubicBezTo>
                  <a:cubicBezTo>
                    <a:pt x="25623" y="28987"/>
                    <a:pt x="24828" y="29774"/>
                    <a:pt x="24179" y="30643"/>
                  </a:cubicBezTo>
                  <a:cubicBezTo>
                    <a:pt x="24054" y="30542"/>
                    <a:pt x="23927" y="30447"/>
                    <a:pt x="23798" y="30352"/>
                  </a:cubicBezTo>
                  <a:lnTo>
                    <a:pt x="23797" y="30352"/>
                  </a:lnTo>
                  <a:cubicBezTo>
                    <a:pt x="23778" y="30306"/>
                    <a:pt x="23761" y="30258"/>
                    <a:pt x="23740" y="30212"/>
                  </a:cubicBezTo>
                  <a:cubicBezTo>
                    <a:pt x="24654" y="29614"/>
                    <a:pt x="25367" y="28535"/>
                    <a:pt x="26069" y="27753"/>
                  </a:cubicBezTo>
                  <a:lnTo>
                    <a:pt x="27428" y="26241"/>
                  </a:lnTo>
                  <a:cubicBezTo>
                    <a:pt x="27630" y="26017"/>
                    <a:pt x="27830" y="25793"/>
                    <a:pt x="28032" y="25569"/>
                  </a:cubicBezTo>
                  <a:cubicBezTo>
                    <a:pt x="28101" y="25491"/>
                    <a:pt x="28172" y="25413"/>
                    <a:pt x="28241" y="25335"/>
                  </a:cubicBezTo>
                  <a:close/>
                  <a:moveTo>
                    <a:pt x="30826" y="27651"/>
                  </a:moveTo>
                  <a:cubicBezTo>
                    <a:pt x="30961" y="27858"/>
                    <a:pt x="31094" y="28068"/>
                    <a:pt x="31226" y="28280"/>
                  </a:cubicBezTo>
                  <a:cubicBezTo>
                    <a:pt x="30178" y="28962"/>
                    <a:pt x="29152" y="29677"/>
                    <a:pt x="28117" y="30379"/>
                  </a:cubicBezTo>
                  <a:cubicBezTo>
                    <a:pt x="27342" y="30905"/>
                    <a:pt x="26523" y="31406"/>
                    <a:pt x="25798" y="32010"/>
                  </a:cubicBezTo>
                  <a:cubicBezTo>
                    <a:pt x="25513" y="31764"/>
                    <a:pt x="25227" y="31514"/>
                    <a:pt x="24937" y="31265"/>
                  </a:cubicBezTo>
                  <a:cubicBezTo>
                    <a:pt x="25953" y="30849"/>
                    <a:pt x="26898" y="30175"/>
                    <a:pt x="27818" y="29608"/>
                  </a:cubicBezTo>
                  <a:cubicBezTo>
                    <a:pt x="28809" y="28997"/>
                    <a:pt x="29939" y="28426"/>
                    <a:pt x="30826" y="27651"/>
                  </a:cubicBezTo>
                  <a:close/>
                  <a:moveTo>
                    <a:pt x="31618" y="29042"/>
                  </a:moveTo>
                  <a:cubicBezTo>
                    <a:pt x="31638" y="29052"/>
                    <a:pt x="31652" y="29066"/>
                    <a:pt x="31674" y="29073"/>
                  </a:cubicBezTo>
                  <a:lnTo>
                    <a:pt x="31696" y="29078"/>
                  </a:lnTo>
                  <a:cubicBezTo>
                    <a:pt x="31983" y="29745"/>
                    <a:pt x="32137" y="30443"/>
                    <a:pt x="32111" y="31120"/>
                  </a:cubicBezTo>
                  <a:cubicBezTo>
                    <a:pt x="31133" y="31435"/>
                    <a:pt x="30224" y="31985"/>
                    <a:pt x="29308" y="32447"/>
                  </a:cubicBezTo>
                  <a:cubicBezTo>
                    <a:pt x="28689" y="32760"/>
                    <a:pt x="28039" y="33048"/>
                    <a:pt x="27443" y="33412"/>
                  </a:cubicBezTo>
                  <a:cubicBezTo>
                    <a:pt x="27080" y="33118"/>
                    <a:pt x="26731" y="32805"/>
                    <a:pt x="26382" y="32506"/>
                  </a:cubicBezTo>
                  <a:lnTo>
                    <a:pt x="26381" y="32505"/>
                  </a:lnTo>
                  <a:cubicBezTo>
                    <a:pt x="27135" y="32098"/>
                    <a:pt x="27845" y="31602"/>
                    <a:pt x="28563" y="31140"/>
                  </a:cubicBezTo>
                  <a:lnTo>
                    <a:pt x="30290" y="30028"/>
                  </a:lnTo>
                  <a:lnTo>
                    <a:pt x="31154" y="29471"/>
                  </a:lnTo>
                  <a:cubicBezTo>
                    <a:pt x="31460" y="29395"/>
                    <a:pt x="31612" y="29252"/>
                    <a:pt x="31618" y="29042"/>
                  </a:cubicBezTo>
                  <a:close/>
                  <a:moveTo>
                    <a:pt x="31974" y="31968"/>
                  </a:moveTo>
                  <a:lnTo>
                    <a:pt x="31974" y="31968"/>
                  </a:lnTo>
                  <a:cubicBezTo>
                    <a:pt x="31753" y="32724"/>
                    <a:pt x="31259" y="33426"/>
                    <a:pt x="30408" y="33994"/>
                  </a:cubicBezTo>
                  <a:lnTo>
                    <a:pt x="30407" y="33994"/>
                  </a:lnTo>
                  <a:cubicBezTo>
                    <a:pt x="30206" y="34129"/>
                    <a:pt x="30130" y="34322"/>
                    <a:pt x="30138" y="34510"/>
                  </a:cubicBezTo>
                  <a:cubicBezTo>
                    <a:pt x="30126" y="34519"/>
                    <a:pt x="30113" y="34524"/>
                    <a:pt x="30101" y="34531"/>
                  </a:cubicBezTo>
                  <a:cubicBezTo>
                    <a:pt x="30027" y="34539"/>
                    <a:pt x="29951" y="34542"/>
                    <a:pt x="29875" y="34542"/>
                  </a:cubicBezTo>
                  <a:cubicBezTo>
                    <a:pt x="29405" y="34542"/>
                    <a:pt x="28908" y="34400"/>
                    <a:pt x="28479" y="34150"/>
                  </a:cubicBezTo>
                  <a:cubicBezTo>
                    <a:pt x="28329" y="34062"/>
                    <a:pt x="28182" y="33964"/>
                    <a:pt x="28037" y="33864"/>
                  </a:cubicBezTo>
                  <a:cubicBezTo>
                    <a:pt x="28528" y="33651"/>
                    <a:pt x="29005" y="33399"/>
                    <a:pt x="29482" y="33172"/>
                  </a:cubicBezTo>
                  <a:cubicBezTo>
                    <a:pt x="30302" y="32784"/>
                    <a:pt x="31186" y="32436"/>
                    <a:pt x="31974" y="31968"/>
                  </a:cubicBezTo>
                  <a:close/>
                  <a:moveTo>
                    <a:pt x="12895" y="1"/>
                  </a:moveTo>
                  <a:cubicBezTo>
                    <a:pt x="12461" y="1"/>
                    <a:pt x="12022" y="23"/>
                    <a:pt x="11577" y="68"/>
                  </a:cubicBezTo>
                  <a:cubicBezTo>
                    <a:pt x="6648" y="567"/>
                    <a:pt x="2492" y="3825"/>
                    <a:pt x="1243" y="8687"/>
                  </a:cubicBezTo>
                  <a:cubicBezTo>
                    <a:pt x="0" y="13524"/>
                    <a:pt x="1648" y="18791"/>
                    <a:pt x="5726" y="21751"/>
                  </a:cubicBezTo>
                  <a:cubicBezTo>
                    <a:pt x="8537" y="23793"/>
                    <a:pt x="11959" y="24684"/>
                    <a:pt x="15175" y="25869"/>
                  </a:cubicBezTo>
                  <a:cubicBezTo>
                    <a:pt x="18563" y="27118"/>
                    <a:pt x="21162" y="28844"/>
                    <a:pt x="23541" y="31551"/>
                  </a:cubicBezTo>
                  <a:cubicBezTo>
                    <a:pt x="23593" y="31612"/>
                    <a:pt x="23668" y="31649"/>
                    <a:pt x="23749" y="31651"/>
                  </a:cubicBezTo>
                  <a:cubicBezTo>
                    <a:pt x="23773" y="31666"/>
                    <a:pt x="23801" y="31677"/>
                    <a:pt x="23829" y="31683"/>
                  </a:cubicBezTo>
                  <a:cubicBezTo>
                    <a:pt x="25011" y="33438"/>
                    <a:pt x="27308" y="35675"/>
                    <a:pt x="29358" y="35675"/>
                  </a:cubicBezTo>
                  <a:cubicBezTo>
                    <a:pt x="29938" y="35675"/>
                    <a:pt x="30499" y="35496"/>
                    <a:pt x="31008" y="35077"/>
                  </a:cubicBezTo>
                  <a:cubicBezTo>
                    <a:pt x="31069" y="35053"/>
                    <a:pt x="31125" y="35026"/>
                    <a:pt x="31181" y="34999"/>
                  </a:cubicBezTo>
                  <a:cubicBezTo>
                    <a:pt x="31335" y="35056"/>
                    <a:pt x="31499" y="35085"/>
                    <a:pt x="31664" y="35085"/>
                  </a:cubicBezTo>
                  <a:cubicBezTo>
                    <a:pt x="31927" y="35085"/>
                    <a:pt x="32189" y="35011"/>
                    <a:pt x="32405" y="34855"/>
                  </a:cubicBezTo>
                  <a:cubicBezTo>
                    <a:pt x="32740" y="34614"/>
                    <a:pt x="32909" y="34198"/>
                    <a:pt x="32910" y="33794"/>
                  </a:cubicBezTo>
                  <a:cubicBezTo>
                    <a:pt x="32912" y="33593"/>
                    <a:pt x="32865" y="33350"/>
                    <a:pt x="32759" y="33155"/>
                  </a:cubicBezTo>
                  <a:cubicBezTo>
                    <a:pt x="34028" y="30698"/>
                    <a:pt x="32829" y="27368"/>
                    <a:pt x="30389" y="25854"/>
                  </a:cubicBezTo>
                  <a:cubicBezTo>
                    <a:pt x="30210" y="25648"/>
                    <a:pt x="30019" y="25444"/>
                    <a:pt x="29815" y="25267"/>
                  </a:cubicBezTo>
                  <a:lnTo>
                    <a:pt x="29866" y="25210"/>
                  </a:lnTo>
                  <a:cubicBezTo>
                    <a:pt x="30035" y="25017"/>
                    <a:pt x="29982" y="24685"/>
                    <a:pt x="29709" y="24617"/>
                  </a:cubicBezTo>
                  <a:cubicBezTo>
                    <a:pt x="29506" y="24583"/>
                    <a:pt x="29308" y="24519"/>
                    <a:pt x="29126" y="24422"/>
                  </a:cubicBezTo>
                  <a:cubicBezTo>
                    <a:pt x="29100" y="24374"/>
                    <a:pt x="29068" y="24328"/>
                    <a:pt x="29032" y="24288"/>
                  </a:cubicBezTo>
                  <a:cubicBezTo>
                    <a:pt x="26794" y="21773"/>
                    <a:pt x="26734" y="18263"/>
                    <a:pt x="26291" y="15100"/>
                  </a:cubicBezTo>
                  <a:cubicBezTo>
                    <a:pt x="25902" y="12320"/>
                    <a:pt x="25246" y="9526"/>
                    <a:pt x="23961" y="7013"/>
                  </a:cubicBezTo>
                  <a:cubicBezTo>
                    <a:pt x="21748" y="2690"/>
                    <a:pt x="17675" y="1"/>
                    <a:pt x="12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61"/>
            <p:cNvSpPr/>
            <p:nvPr/>
          </p:nvSpPr>
          <p:spPr>
            <a:xfrm>
              <a:off x="2068925" y="2865800"/>
              <a:ext cx="105300" cy="69600"/>
            </a:xfrm>
            <a:custGeom>
              <a:avLst/>
              <a:gdLst/>
              <a:ahLst/>
              <a:cxnLst/>
              <a:rect l="l" t="t" r="r" b="b"/>
              <a:pathLst>
                <a:path w="4212" h="2784" extrusionOk="0">
                  <a:moveTo>
                    <a:pt x="3482" y="0"/>
                  </a:moveTo>
                  <a:cubicBezTo>
                    <a:pt x="2939" y="0"/>
                    <a:pt x="2396" y="490"/>
                    <a:pt x="1954" y="759"/>
                  </a:cubicBezTo>
                  <a:cubicBezTo>
                    <a:pt x="1329" y="1139"/>
                    <a:pt x="695" y="1545"/>
                    <a:pt x="234" y="2122"/>
                  </a:cubicBezTo>
                  <a:cubicBezTo>
                    <a:pt x="0" y="2412"/>
                    <a:pt x="185" y="2783"/>
                    <a:pt x="532" y="2783"/>
                  </a:cubicBezTo>
                  <a:cubicBezTo>
                    <a:pt x="559" y="2783"/>
                    <a:pt x="586" y="2781"/>
                    <a:pt x="615" y="2776"/>
                  </a:cubicBezTo>
                  <a:cubicBezTo>
                    <a:pt x="1386" y="2652"/>
                    <a:pt x="2084" y="2269"/>
                    <a:pt x="2756" y="1890"/>
                  </a:cubicBezTo>
                  <a:cubicBezTo>
                    <a:pt x="3380" y="1539"/>
                    <a:pt x="4085" y="1332"/>
                    <a:pt x="4181" y="556"/>
                  </a:cubicBezTo>
                  <a:cubicBezTo>
                    <a:pt x="4211" y="317"/>
                    <a:pt x="3998" y="143"/>
                    <a:pt x="3808" y="65"/>
                  </a:cubicBezTo>
                  <a:cubicBezTo>
                    <a:pt x="3700" y="20"/>
                    <a:pt x="3591" y="0"/>
                    <a:pt x="3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61"/>
            <p:cNvSpPr/>
            <p:nvPr/>
          </p:nvSpPr>
          <p:spPr>
            <a:xfrm>
              <a:off x="1930200" y="2690700"/>
              <a:ext cx="86325" cy="85700"/>
            </a:xfrm>
            <a:custGeom>
              <a:avLst/>
              <a:gdLst/>
              <a:ahLst/>
              <a:cxnLst/>
              <a:rect l="l" t="t" r="r" b="b"/>
              <a:pathLst>
                <a:path w="3453" h="3428" extrusionOk="0">
                  <a:moveTo>
                    <a:pt x="2611" y="1"/>
                  </a:moveTo>
                  <a:cubicBezTo>
                    <a:pt x="1961" y="1"/>
                    <a:pt x="1579" y="599"/>
                    <a:pt x="1173" y="1082"/>
                  </a:cubicBezTo>
                  <a:cubicBezTo>
                    <a:pt x="755" y="1577"/>
                    <a:pt x="213" y="2115"/>
                    <a:pt x="67" y="2763"/>
                  </a:cubicBezTo>
                  <a:cubicBezTo>
                    <a:pt x="0" y="3057"/>
                    <a:pt x="228" y="3428"/>
                    <a:pt x="540" y="3428"/>
                  </a:cubicBezTo>
                  <a:cubicBezTo>
                    <a:pt x="591" y="3428"/>
                    <a:pt x="645" y="3418"/>
                    <a:pt x="700" y="3395"/>
                  </a:cubicBezTo>
                  <a:cubicBezTo>
                    <a:pt x="1327" y="3145"/>
                    <a:pt x="1768" y="2617"/>
                    <a:pt x="2258" y="2168"/>
                  </a:cubicBezTo>
                  <a:cubicBezTo>
                    <a:pt x="2801" y="1672"/>
                    <a:pt x="3452" y="1318"/>
                    <a:pt x="3319" y="483"/>
                  </a:cubicBezTo>
                  <a:cubicBezTo>
                    <a:pt x="3285" y="276"/>
                    <a:pt x="3064" y="73"/>
                    <a:pt x="2863" y="29"/>
                  </a:cubicBezTo>
                  <a:cubicBezTo>
                    <a:pt x="2775" y="10"/>
                    <a:pt x="2691" y="1"/>
                    <a:pt x="2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61"/>
            <p:cNvSpPr/>
            <p:nvPr/>
          </p:nvSpPr>
          <p:spPr>
            <a:xfrm>
              <a:off x="1699200" y="2536600"/>
              <a:ext cx="54050" cy="112525"/>
            </a:xfrm>
            <a:custGeom>
              <a:avLst/>
              <a:gdLst/>
              <a:ahLst/>
              <a:cxnLst/>
              <a:rect l="l" t="t" r="r" b="b"/>
              <a:pathLst>
                <a:path w="2162" h="4501" extrusionOk="0">
                  <a:moveTo>
                    <a:pt x="1045" y="1"/>
                  </a:moveTo>
                  <a:cubicBezTo>
                    <a:pt x="625" y="1"/>
                    <a:pt x="229" y="224"/>
                    <a:pt x="162" y="722"/>
                  </a:cubicBezTo>
                  <a:cubicBezTo>
                    <a:pt x="24" y="1733"/>
                    <a:pt x="1" y="2910"/>
                    <a:pt x="339" y="3886"/>
                  </a:cubicBezTo>
                  <a:cubicBezTo>
                    <a:pt x="484" y="4307"/>
                    <a:pt x="817" y="4501"/>
                    <a:pt x="1151" y="4501"/>
                  </a:cubicBezTo>
                  <a:cubicBezTo>
                    <a:pt x="1570" y="4501"/>
                    <a:pt x="1989" y="4197"/>
                    <a:pt x="2040" y="3656"/>
                  </a:cubicBezTo>
                  <a:cubicBezTo>
                    <a:pt x="2122" y="2782"/>
                    <a:pt x="2101" y="1869"/>
                    <a:pt x="2137" y="988"/>
                  </a:cubicBezTo>
                  <a:cubicBezTo>
                    <a:pt x="2161" y="367"/>
                    <a:pt x="1584" y="1"/>
                    <a:pt x="1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61"/>
            <p:cNvSpPr/>
            <p:nvPr/>
          </p:nvSpPr>
          <p:spPr>
            <a:xfrm>
              <a:off x="1404800" y="2616275"/>
              <a:ext cx="97125" cy="109750"/>
            </a:xfrm>
            <a:custGeom>
              <a:avLst/>
              <a:gdLst/>
              <a:ahLst/>
              <a:cxnLst/>
              <a:rect l="l" t="t" r="r" b="b"/>
              <a:pathLst>
                <a:path w="3885" h="4390" extrusionOk="0">
                  <a:moveTo>
                    <a:pt x="1207" y="0"/>
                  </a:moveTo>
                  <a:cubicBezTo>
                    <a:pt x="598" y="0"/>
                    <a:pt x="1" y="458"/>
                    <a:pt x="257" y="1181"/>
                  </a:cubicBezTo>
                  <a:cubicBezTo>
                    <a:pt x="513" y="1899"/>
                    <a:pt x="1101" y="2464"/>
                    <a:pt x="1573" y="3055"/>
                  </a:cubicBezTo>
                  <a:cubicBezTo>
                    <a:pt x="1980" y="3567"/>
                    <a:pt x="2454" y="4230"/>
                    <a:pt x="3130" y="4375"/>
                  </a:cubicBezTo>
                  <a:cubicBezTo>
                    <a:pt x="3177" y="4385"/>
                    <a:pt x="3223" y="4390"/>
                    <a:pt x="3267" y="4390"/>
                  </a:cubicBezTo>
                  <a:cubicBezTo>
                    <a:pt x="3562" y="4390"/>
                    <a:pt x="3760" y="4170"/>
                    <a:pt x="3799" y="3864"/>
                  </a:cubicBezTo>
                  <a:cubicBezTo>
                    <a:pt x="3885" y="3209"/>
                    <a:pt x="3428" y="2551"/>
                    <a:pt x="3102" y="2015"/>
                  </a:cubicBezTo>
                  <a:cubicBezTo>
                    <a:pt x="2751" y="1436"/>
                    <a:pt x="2414" y="663"/>
                    <a:pt x="1888" y="232"/>
                  </a:cubicBezTo>
                  <a:cubicBezTo>
                    <a:pt x="1695" y="73"/>
                    <a:pt x="1450" y="0"/>
                    <a:pt x="12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1275700" y="2779650"/>
              <a:ext cx="103675" cy="78150"/>
            </a:xfrm>
            <a:custGeom>
              <a:avLst/>
              <a:gdLst/>
              <a:ahLst/>
              <a:cxnLst/>
              <a:rect l="l" t="t" r="r" b="b"/>
              <a:pathLst>
                <a:path w="4147" h="3126" extrusionOk="0">
                  <a:moveTo>
                    <a:pt x="1220" y="1"/>
                  </a:moveTo>
                  <a:cubicBezTo>
                    <a:pt x="626" y="1"/>
                    <a:pt x="38" y="406"/>
                    <a:pt x="17" y="1053"/>
                  </a:cubicBezTo>
                  <a:cubicBezTo>
                    <a:pt x="1" y="1549"/>
                    <a:pt x="288" y="1961"/>
                    <a:pt x="751" y="2122"/>
                  </a:cubicBezTo>
                  <a:cubicBezTo>
                    <a:pt x="815" y="2145"/>
                    <a:pt x="882" y="2156"/>
                    <a:pt x="948" y="2156"/>
                  </a:cubicBezTo>
                  <a:cubicBezTo>
                    <a:pt x="1042" y="2156"/>
                    <a:pt x="1135" y="2134"/>
                    <a:pt x="1220" y="2089"/>
                  </a:cubicBezTo>
                  <a:cubicBezTo>
                    <a:pt x="1570" y="2266"/>
                    <a:pt x="1904" y="2538"/>
                    <a:pt x="2241" y="2703"/>
                  </a:cubicBezTo>
                  <a:cubicBezTo>
                    <a:pt x="2660" y="2908"/>
                    <a:pt x="3070" y="3126"/>
                    <a:pt x="3523" y="3126"/>
                  </a:cubicBezTo>
                  <a:cubicBezTo>
                    <a:pt x="3622" y="3126"/>
                    <a:pt x="3723" y="3115"/>
                    <a:pt x="3826" y="3092"/>
                  </a:cubicBezTo>
                  <a:cubicBezTo>
                    <a:pt x="3986" y="3056"/>
                    <a:pt x="4147" y="2866"/>
                    <a:pt x="4128" y="2695"/>
                  </a:cubicBezTo>
                  <a:cubicBezTo>
                    <a:pt x="4060" y="2060"/>
                    <a:pt x="3606" y="1605"/>
                    <a:pt x="3154" y="1179"/>
                  </a:cubicBezTo>
                  <a:cubicBezTo>
                    <a:pt x="2707" y="758"/>
                    <a:pt x="2142" y="199"/>
                    <a:pt x="1535" y="40"/>
                  </a:cubicBezTo>
                  <a:cubicBezTo>
                    <a:pt x="1432" y="14"/>
                    <a:pt x="1326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61"/>
            <p:cNvSpPr/>
            <p:nvPr/>
          </p:nvSpPr>
          <p:spPr>
            <a:xfrm>
              <a:off x="1183375" y="3054325"/>
              <a:ext cx="119000" cy="52650"/>
            </a:xfrm>
            <a:custGeom>
              <a:avLst/>
              <a:gdLst/>
              <a:ahLst/>
              <a:cxnLst/>
              <a:rect l="l" t="t" r="r" b="b"/>
              <a:pathLst>
                <a:path w="4760" h="2106" extrusionOk="0">
                  <a:moveTo>
                    <a:pt x="1892" y="0"/>
                  </a:moveTo>
                  <a:cubicBezTo>
                    <a:pt x="1362" y="0"/>
                    <a:pt x="847" y="94"/>
                    <a:pt x="440" y="469"/>
                  </a:cubicBezTo>
                  <a:cubicBezTo>
                    <a:pt x="1" y="875"/>
                    <a:pt x="111" y="1671"/>
                    <a:pt x="632" y="1953"/>
                  </a:cubicBezTo>
                  <a:cubicBezTo>
                    <a:pt x="740" y="2013"/>
                    <a:pt x="856" y="2058"/>
                    <a:pt x="976" y="2087"/>
                  </a:cubicBezTo>
                  <a:cubicBezTo>
                    <a:pt x="1030" y="2099"/>
                    <a:pt x="1087" y="2105"/>
                    <a:pt x="1144" y="2105"/>
                  </a:cubicBezTo>
                  <a:cubicBezTo>
                    <a:pt x="1335" y="2105"/>
                    <a:pt x="1535" y="2038"/>
                    <a:pt x="1690" y="1919"/>
                  </a:cubicBezTo>
                  <a:cubicBezTo>
                    <a:pt x="1885" y="1862"/>
                    <a:pt x="2126" y="1848"/>
                    <a:pt x="2361" y="1848"/>
                  </a:cubicBezTo>
                  <a:cubicBezTo>
                    <a:pt x="2570" y="1848"/>
                    <a:pt x="2774" y="1859"/>
                    <a:pt x="2935" y="1860"/>
                  </a:cubicBezTo>
                  <a:cubicBezTo>
                    <a:pt x="2975" y="1860"/>
                    <a:pt x="3014" y="1860"/>
                    <a:pt x="3053" y="1860"/>
                  </a:cubicBezTo>
                  <a:cubicBezTo>
                    <a:pt x="3549" y="1860"/>
                    <a:pt x="3976" y="1832"/>
                    <a:pt x="4440" y="1595"/>
                  </a:cubicBezTo>
                  <a:cubicBezTo>
                    <a:pt x="4759" y="1434"/>
                    <a:pt x="4743" y="1025"/>
                    <a:pt x="4545" y="787"/>
                  </a:cubicBezTo>
                  <a:cubicBezTo>
                    <a:pt x="4041" y="187"/>
                    <a:pt x="3299" y="100"/>
                    <a:pt x="2558" y="36"/>
                  </a:cubicBezTo>
                  <a:cubicBezTo>
                    <a:pt x="2338" y="17"/>
                    <a:pt x="2113" y="0"/>
                    <a:pt x="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61"/>
            <p:cNvSpPr/>
            <p:nvPr/>
          </p:nvSpPr>
          <p:spPr>
            <a:xfrm>
              <a:off x="1314050" y="3248700"/>
              <a:ext cx="98775" cy="64475"/>
            </a:xfrm>
            <a:custGeom>
              <a:avLst/>
              <a:gdLst/>
              <a:ahLst/>
              <a:cxnLst/>
              <a:rect l="l" t="t" r="r" b="b"/>
              <a:pathLst>
                <a:path w="3951" h="2579" extrusionOk="0">
                  <a:moveTo>
                    <a:pt x="2812" y="1"/>
                  </a:moveTo>
                  <a:cubicBezTo>
                    <a:pt x="1894" y="1"/>
                    <a:pt x="657" y="799"/>
                    <a:pt x="321" y="1329"/>
                  </a:cubicBezTo>
                  <a:cubicBezTo>
                    <a:pt x="0" y="1834"/>
                    <a:pt x="437" y="2578"/>
                    <a:pt x="1007" y="2578"/>
                  </a:cubicBezTo>
                  <a:cubicBezTo>
                    <a:pt x="1086" y="2578"/>
                    <a:pt x="1166" y="2564"/>
                    <a:pt x="1248" y="2534"/>
                  </a:cubicBezTo>
                  <a:cubicBezTo>
                    <a:pt x="1845" y="2311"/>
                    <a:pt x="2377" y="1860"/>
                    <a:pt x="2943" y="1553"/>
                  </a:cubicBezTo>
                  <a:cubicBezTo>
                    <a:pt x="3265" y="1379"/>
                    <a:pt x="3950" y="930"/>
                    <a:pt x="3688" y="462"/>
                  </a:cubicBezTo>
                  <a:cubicBezTo>
                    <a:pt x="3502" y="131"/>
                    <a:pt x="3183" y="1"/>
                    <a:pt x="2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61"/>
            <p:cNvSpPr/>
            <p:nvPr/>
          </p:nvSpPr>
          <p:spPr>
            <a:xfrm>
              <a:off x="1496975" y="3428975"/>
              <a:ext cx="61225" cy="72000"/>
            </a:xfrm>
            <a:custGeom>
              <a:avLst/>
              <a:gdLst/>
              <a:ahLst/>
              <a:cxnLst/>
              <a:rect l="l" t="t" r="r" b="b"/>
              <a:pathLst>
                <a:path w="2449" h="2880" extrusionOk="0">
                  <a:moveTo>
                    <a:pt x="2119" y="1"/>
                  </a:moveTo>
                  <a:cubicBezTo>
                    <a:pt x="2109" y="1"/>
                    <a:pt x="2100" y="1"/>
                    <a:pt x="2091" y="2"/>
                  </a:cubicBezTo>
                  <a:cubicBezTo>
                    <a:pt x="1563" y="75"/>
                    <a:pt x="1368" y="307"/>
                    <a:pt x="1058" y="718"/>
                  </a:cubicBezTo>
                  <a:cubicBezTo>
                    <a:pt x="810" y="1044"/>
                    <a:pt x="580" y="1384"/>
                    <a:pt x="363" y="1730"/>
                  </a:cubicBezTo>
                  <a:cubicBezTo>
                    <a:pt x="1" y="2314"/>
                    <a:pt x="567" y="2880"/>
                    <a:pt x="1092" y="2880"/>
                  </a:cubicBezTo>
                  <a:cubicBezTo>
                    <a:pt x="1324" y="2880"/>
                    <a:pt x="1548" y="2769"/>
                    <a:pt x="1680" y="2500"/>
                  </a:cubicBezTo>
                  <a:cubicBezTo>
                    <a:pt x="1875" y="2106"/>
                    <a:pt x="2047" y="1703"/>
                    <a:pt x="2206" y="1294"/>
                  </a:cubicBezTo>
                  <a:cubicBezTo>
                    <a:pt x="2392" y="820"/>
                    <a:pt x="2449" y="531"/>
                    <a:pt x="2236" y="62"/>
                  </a:cubicBezTo>
                  <a:cubicBezTo>
                    <a:pt x="2214" y="15"/>
                    <a:pt x="2165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61"/>
            <p:cNvSpPr/>
            <p:nvPr/>
          </p:nvSpPr>
          <p:spPr>
            <a:xfrm>
              <a:off x="1677700" y="3454750"/>
              <a:ext cx="45950" cy="107825"/>
            </a:xfrm>
            <a:custGeom>
              <a:avLst/>
              <a:gdLst/>
              <a:ahLst/>
              <a:cxnLst/>
              <a:rect l="l" t="t" r="r" b="b"/>
              <a:pathLst>
                <a:path w="1838" h="4313" extrusionOk="0">
                  <a:moveTo>
                    <a:pt x="1525" y="1"/>
                  </a:moveTo>
                  <a:cubicBezTo>
                    <a:pt x="1486" y="1"/>
                    <a:pt x="1447" y="10"/>
                    <a:pt x="1414" y="28"/>
                  </a:cubicBezTo>
                  <a:cubicBezTo>
                    <a:pt x="279" y="682"/>
                    <a:pt x="1" y="2576"/>
                    <a:pt x="171" y="3753"/>
                  </a:cubicBezTo>
                  <a:cubicBezTo>
                    <a:pt x="227" y="4140"/>
                    <a:pt x="529" y="4313"/>
                    <a:pt x="850" y="4313"/>
                  </a:cubicBezTo>
                  <a:cubicBezTo>
                    <a:pt x="1261" y="4313"/>
                    <a:pt x="1705" y="4029"/>
                    <a:pt x="1701" y="3547"/>
                  </a:cubicBezTo>
                  <a:cubicBezTo>
                    <a:pt x="1697" y="2933"/>
                    <a:pt x="1623" y="2341"/>
                    <a:pt x="1680" y="1724"/>
                  </a:cubicBezTo>
                  <a:cubicBezTo>
                    <a:pt x="1728" y="1194"/>
                    <a:pt x="1837" y="692"/>
                    <a:pt x="1744" y="163"/>
                  </a:cubicBezTo>
                  <a:cubicBezTo>
                    <a:pt x="1727" y="58"/>
                    <a:pt x="1624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61"/>
            <p:cNvSpPr/>
            <p:nvPr/>
          </p:nvSpPr>
          <p:spPr>
            <a:xfrm>
              <a:off x="2090625" y="3077850"/>
              <a:ext cx="104925" cy="44025"/>
            </a:xfrm>
            <a:custGeom>
              <a:avLst/>
              <a:gdLst/>
              <a:ahLst/>
              <a:cxnLst/>
              <a:rect l="l" t="t" r="r" b="b"/>
              <a:pathLst>
                <a:path w="4197" h="1761" extrusionOk="0">
                  <a:moveTo>
                    <a:pt x="2036" y="0"/>
                  </a:moveTo>
                  <a:cubicBezTo>
                    <a:pt x="1290" y="0"/>
                    <a:pt x="519" y="155"/>
                    <a:pt x="137" y="693"/>
                  </a:cubicBezTo>
                  <a:cubicBezTo>
                    <a:pt x="0" y="884"/>
                    <a:pt x="97" y="1204"/>
                    <a:pt x="299" y="1309"/>
                  </a:cubicBezTo>
                  <a:cubicBezTo>
                    <a:pt x="566" y="1448"/>
                    <a:pt x="847" y="1456"/>
                    <a:pt x="1135" y="1456"/>
                  </a:cubicBezTo>
                  <a:cubicBezTo>
                    <a:pt x="1169" y="1456"/>
                    <a:pt x="1204" y="1456"/>
                    <a:pt x="1238" y="1456"/>
                  </a:cubicBezTo>
                  <a:cubicBezTo>
                    <a:pt x="1326" y="1456"/>
                    <a:pt x="1413" y="1456"/>
                    <a:pt x="1502" y="1461"/>
                  </a:cubicBezTo>
                  <a:cubicBezTo>
                    <a:pt x="1943" y="1486"/>
                    <a:pt x="2372" y="1595"/>
                    <a:pt x="2795" y="1722"/>
                  </a:cubicBezTo>
                  <a:cubicBezTo>
                    <a:pt x="2881" y="1748"/>
                    <a:pt x="2963" y="1760"/>
                    <a:pt x="3041" y="1760"/>
                  </a:cubicBezTo>
                  <a:cubicBezTo>
                    <a:pt x="3899" y="1760"/>
                    <a:pt x="4196" y="288"/>
                    <a:pt x="3238" y="115"/>
                  </a:cubicBezTo>
                  <a:cubicBezTo>
                    <a:pt x="2902" y="54"/>
                    <a:pt x="2474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" name="Rectangle 7"/>
          <p:cNvSpPr/>
          <p:nvPr/>
        </p:nvSpPr>
        <p:spPr>
          <a:xfrm>
            <a:off x="4975416" y="3233049"/>
            <a:ext cx="3818726" cy="80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  <a:buFont typeface="Roboto Mono Medium"/>
              <a:buNone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  <a:sym typeface="Roboto Mono Medium"/>
              </a:rPr>
              <a:t>It emits the complete signals when the stream completes or an error signal if the stream errors out.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Roboto Mono Medium" panose="020B0604020202020204" charset="0"/>
              <a:ea typeface="Roboto Mono Medium" panose="020B0604020202020204" charset="0"/>
              <a:sym typeface="Roboto Mono Medium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5416" y="2244014"/>
            <a:ext cx="34728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An Observable can </a:t>
            </a:r>
            <a:r>
              <a:rPr lang="en-US" sz="1600" u="sng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emit values or events, one or many times over a period of time. </a:t>
            </a:r>
          </a:p>
        </p:txBody>
      </p:sp>
      <p:pic>
        <p:nvPicPr>
          <p:cNvPr id="1026" name="Picture 2" descr="Creating observable in Angular Observable Tutorial ap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45" y="1602833"/>
            <a:ext cx="3729561" cy="241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823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1520875" y="727808"/>
            <a:ext cx="2060525" cy="592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Observer 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858920" y="898254"/>
            <a:ext cx="3724886" cy="908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dirty="0"/>
              <a:t>The observers communicate with the Observable using callbacks</a:t>
            </a:r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975416" y="1666403"/>
            <a:ext cx="34728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The observer </a:t>
            </a:r>
            <a:r>
              <a:rPr lang="en-US" sz="1600" u="sng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must subscribe with the observable to receive the value from the observable.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 </a:t>
            </a:r>
          </a:p>
        </p:txBody>
      </p:sp>
      <p:grpSp>
        <p:nvGrpSpPr>
          <p:cNvPr id="19" name="Google Shape;515;p61"/>
          <p:cNvGrpSpPr/>
          <p:nvPr/>
        </p:nvGrpSpPr>
        <p:grpSpPr>
          <a:xfrm>
            <a:off x="693045" y="632860"/>
            <a:ext cx="679839" cy="489887"/>
            <a:chOff x="5310875" y="337375"/>
            <a:chExt cx="916225" cy="660225"/>
          </a:xfrm>
        </p:grpSpPr>
        <p:sp>
          <p:nvSpPr>
            <p:cNvPr id="20" name="Google Shape;516;p61"/>
            <p:cNvSpPr/>
            <p:nvPr/>
          </p:nvSpPr>
          <p:spPr>
            <a:xfrm>
              <a:off x="5310875" y="337375"/>
              <a:ext cx="916225" cy="660225"/>
            </a:xfrm>
            <a:custGeom>
              <a:avLst/>
              <a:gdLst/>
              <a:ahLst/>
              <a:cxnLst/>
              <a:rect l="l" t="t" r="r" b="b"/>
              <a:pathLst>
                <a:path w="36649" h="26409" extrusionOk="0">
                  <a:moveTo>
                    <a:pt x="22990" y="1502"/>
                  </a:moveTo>
                  <a:cubicBezTo>
                    <a:pt x="24636" y="1502"/>
                    <a:pt x="26251" y="1775"/>
                    <a:pt x="27734" y="2504"/>
                  </a:cubicBezTo>
                  <a:cubicBezTo>
                    <a:pt x="34704" y="5931"/>
                    <a:pt x="35360" y="15588"/>
                    <a:pt x="28935" y="19943"/>
                  </a:cubicBezTo>
                  <a:cubicBezTo>
                    <a:pt x="28675" y="20118"/>
                    <a:pt x="28439" y="20497"/>
                    <a:pt x="28574" y="20826"/>
                  </a:cubicBezTo>
                  <a:cubicBezTo>
                    <a:pt x="29254" y="22480"/>
                    <a:pt x="30274" y="23815"/>
                    <a:pt x="31605" y="24830"/>
                  </a:cubicBezTo>
                  <a:cubicBezTo>
                    <a:pt x="29557" y="24651"/>
                    <a:pt x="27668" y="23543"/>
                    <a:pt x="26518" y="21715"/>
                  </a:cubicBezTo>
                  <a:cubicBezTo>
                    <a:pt x="26364" y="21470"/>
                    <a:pt x="26128" y="21352"/>
                    <a:pt x="25885" y="21352"/>
                  </a:cubicBezTo>
                  <a:cubicBezTo>
                    <a:pt x="25695" y="21352"/>
                    <a:pt x="25502" y="21424"/>
                    <a:pt x="25338" y="21563"/>
                  </a:cubicBezTo>
                  <a:cubicBezTo>
                    <a:pt x="22839" y="23686"/>
                    <a:pt x="19493" y="24773"/>
                    <a:pt x="16164" y="24773"/>
                  </a:cubicBezTo>
                  <a:cubicBezTo>
                    <a:pt x="11835" y="24773"/>
                    <a:pt x="7535" y="22936"/>
                    <a:pt x="5160" y="19152"/>
                  </a:cubicBezTo>
                  <a:cubicBezTo>
                    <a:pt x="2622" y="15107"/>
                    <a:pt x="4899" y="10120"/>
                    <a:pt x="7851" y="6959"/>
                  </a:cubicBezTo>
                  <a:cubicBezTo>
                    <a:pt x="8283" y="6499"/>
                    <a:pt x="8743" y="6066"/>
                    <a:pt x="9230" y="5662"/>
                  </a:cubicBezTo>
                  <a:cubicBezTo>
                    <a:pt x="11347" y="4267"/>
                    <a:pt x="13707" y="3260"/>
                    <a:pt x="16182" y="2604"/>
                  </a:cubicBezTo>
                  <a:cubicBezTo>
                    <a:pt x="18320" y="2038"/>
                    <a:pt x="20684" y="1502"/>
                    <a:pt x="22990" y="1502"/>
                  </a:cubicBezTo>
                  <a:close/>
                  <a:moveTo>
                    <a:pt x="22921" y="0"/>
                  </a:moveTo>
                  <a:cubicBezTo>
                    <a:pt x="20883" y="0"/>
                    <a:pt x="18812" y="363"/>
                    <a:pt x="16843" y="849"/>
                  </a:cubicBezTo>
                  <a:cubicBezTo>
                    <a:pt x="15554" y="1167"/>
                    <a:pt x="14293" y="1584"/>
                    <a:pt x="13082" y="2104"/>
                  </a:cubicBezTo>
                  <a:cubicBezTo>
                    <a:pt x="6225" y="4767"/>
                    <a:pt x="1" y="12892"/>
                    <a:pt x="3814" y="19616"/>
                  </a:cubicBezTo>
                  <a:cubicBezTo>
                    <a:pt x="6346" y="24082"/>
                    <a:pt x="11197" y="26196"/>
                    <a:pt x="16102" y="26196"/>
                  </a:cubicBezTo>
                  <a:cubicBezTo>
                    <a:pt x="19536" y="26196"/>
                    <a:pt x="22996" y="25160"/>
                    <a:pt x="25706" y="23169"/>
                  </a:cubicBezTo>
                  <a:cubicBezTo>
                    <a:pt x="27286" y="25232"/>
                    <a:pt x="29698" y="26409"/>
                    <a:pt x="32242" y="26409"/>
                  </a:cubicBezTo>
                  <a:cubicBezTo>
                    <a:pt x="32931" y="26409"/>
                    <a:pt x="33630" y="26323"/>
                    <a:pt x="34324" y="26144"/>
                  </a:cubicBezTo>
                  <a:cubicBezTo>
                    <a:pt x="35137" y="25935"/>
                    <a:pt x="34984" y="24910"/>
                    <a:pt x="34324" y="24641"/>
                  </a:cubicBezTo>
                  <a:cubicBezTo>
                    <a:pt x="32541" y="23914"/>
                    <a:pt x="31137" y="22589"/>
                    <a:pt x="30302" y="20875"/>
                  </a:cubicBezTo>
                  <a:cubicBezTo>
                    <a:pt x="36648" y="16007"/>
                    <a:pt x="36480" y="6187"/>
                    <a:pt x="29567" y="1774"/>
                  </a:cubicBezTo>
                  <a:cubicBezTo>
                    <a:pt x="27529" y="473"/>
                    <a:pt x="25246" y="0"/>
                    <a:pt x="2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517;p61"/>
            <p:cNvSpPr/>
            <p:nvPr/>
          </p:nvSpPr>
          <p:spPr>
            <a:xfrm>
              <a:off x="5603850" y="729950"/>
              <a:ext cx="44325" cy="37875"/>
            </a:xfrm>
            <a:custGeom>
              <a:avLst/>
              <a:gdLst/>
              <a:ahLst/>
              <a:cxnLst/>
              <a:rect l="l" t="t" r="r" b="b"/>
              <a:pathLst>
                <a:path w="1773" h="1515" extrusionOk="0">
                  <a:moveTo>
                    <a:pt x="894" y="0"/>
                  </a:moveTo>
                  <a:cubicBezTo>
                    <a:pt x="405" y="0"/>
                    <a:pt x="1" y="547"/>
                    <a:pt x="280" y="1044"/>
                  </a:cubicBezTo>
                  <a:cubicBezTo>
                    <a:pt x="405" y="1267"/>
                    <a:pt x="569" y="1455"/>
                    <a:pt x="836" y="1501"/>
                  </a:cubicBezTo>
                  <a:cubicBezTo>
                    <a:pt x="890" y="1510"/>
                    <a:pt x="942" y="1514"/>
                    <a:pt x="992" y="1514"/>
                  </a:cubicBezTo>
                  <a:cubicBezTo>
                    <a:pt x="1457" y="1514"/>
                    <a:pt x="1772" y="1142"/>
                    <a:pt x="1689" y="648"/>
                  </a:cubicBezTo>
                  <a:cubicBezTo>
                    <a:pt x="1644" y="385"/>
                    <a:pt x="1454" y="215"/>
                    <a:pt x="1232" y="91"/>
                  </a:cubicBezTo>
                  <a:cubicBezTo>
                    <a:pt x="1120" y="28"/>
                    <a:pt x="100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18;p61"/>
            <p:cNvSpPr/>
            <p:nvPr/>
          </p:nvSpPr>
          <p:spPr>
            <a:xfrm>
              <a:off x="5700025" y="697375"/>
              <a:ext cx="60225" cy="53675"/>
            </a:xfrm>
            <a:custGeom>
              <a:avLst/>
              <a:gdLst/>
              <a:ahLst/>
              <a:cxnLst/>
              <a:rect l="l" t="t" r="r" b="b"/>
              <a:pathLst>
                <a:path w="2409" h="2147" extrusionOk="0">
                  <a:moveTo>
                    <a:pt x="1180" y="1"/>
                  </a:moveTo>
                  <a:cubicBezTo>
                    <a:pt x="1097" y="1"/>
                    <a:pt x="1013" y="11"/>
                    <a:pt x="927" y="34"/>
                  </a:cubicBezTo>
                  <a:cubicBezTo>
                    <a:pt x="386" y="183"/>
                    <a:pt x="0" y="802"/>
                    <a:pt x="178" y="1352"/>
                  </a:cubicBezTo>
                  <a:cubicBezTo>
                    <a:pt x="321" y="1795"/>
                    <a:pt x="742" y="2147"/>
                    <a:pt x="1208" y="2147"/>
                  </a:cubicBezTo>
                  <a:cubicBezTo>
                    <a:pt x="1303" y="2147"/>
                    <a:pt x="1399" y="2132"/>
                    <a:pt x="1495" y="2101"/>
                  </a:cubicBezTo>
                  <a:cubicBezTo>
                    <a:pt x="2043" y="1923"/>
                    <a:pt x="2408" y="1365"/>
                    <a:pt x="2244" y="783"/>
                  </a:cubicBezTo>
                  <a:cubicBezTo>
                    <a:pt x="2231" y="741"/>
                    <a:pt x="2219" y="700"/>
                    <a:pt x="2209" y="658"/>
                  </a:cubicBezTo>
                  <a:cubicBezTo>
                    <a:pt x="2137" y="379"/>
                    <a:pt x="1900" y="141"/>
                    <a:pt x="1621" y="69"/>
                  </a:cubicBezTo>
                  <a:cubicBezTo>
                    <a:pt x="1473" y="32"/>
                    <a:pt x="1328" y="1"/>
                    <a:pt x="1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519;p61"/>
            <p:cNvSpPr/>
            <p:nvPr/>
          </p:nvSpPr>
          <p:spPr>
            <a:xfrm>
              <a:off x="5785025" y="670025"/>
              <a:ext cx="64550" cy="50050"/>
            </a:xfrm>
            <a:custGeom>
              <a:avLst/>
              <a:gdLst/>
              <a:ahLst/>
              <a:cxnLst/>
              <a:rect l="l" t="t" r="r" b="b"/>
              <a:pathLst>
                <a:path w="2582" h="2002" extrusionOk="0">
                  <a:moveTo>
                    <a:pt x="1291" y="1"/>
                  </a:moveTo>
                  <a:cubicBezTo>
                    <a:pt x="3" y="1"/>
                    <a:pt x="1" y="2002"/>
                    <a:pt x="1291" y="2002"/>
                  </a:cubicBezTo>
                  <a:cubicBezTo>
                    <a:pt x="2579" y="2002"/>
                    <a:pt x="2581" y="1"/>
                    <a:pt x="1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520;p61"/>
            <p:cNvSpPr/>
            <p:nvPr/>
          </p:nvSpPr>
          <p:spPr>
            <a:xfrm>
              <a:off x="5887850" y="638500"/>
              <a:ext cx="56125" cy="43525"/>
            </a:xfrm>
            <a:custGeom>
              <a:avLst/>
              <a:gdLst/>
              <a:ahLst/>
              <a:cxnLst/>
              <a:rect l="l" t="t" r="r" b="b"/>
              <a:pathLst>
                <a:path w="2245" h="1741" extrusionOk="0">
                  <a:moveTo>
                    <a:pt x="1123" y="1"/>
                  </a:moveTo>
                  <a:cubicBezTo>
                    <a:pt x="0" y="1"/>
                    <a:pt x="0" y="1741"/>
                    <a:pt x="1123" y="1741"/>
                  </a:cubicBezTo>
                  <a:cubicBezTo>
                    <a:pt x="2242" y="1741"/>
                    <a:pt x="2244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050" name="Picture 2" descr="Angular Observable Tutorial how observable and observers communicates with callbac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27" y="1449940"/>
            <a:ext cx="3660020" cy="241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4984940" y="2635961"/>
            <a:ext cx="34728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The observer receives the data from the observer via the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next()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 callback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8920" y="3416447"/>
            <a:ext cx="37248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They also receive the errors and completion events from the Observable via the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error()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&amp; </a:t>
            </a:r>
            <a:r>
              <a:rPr lang="en-US" sz="1600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complete()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Roboto Mono Medium" panose="020B0604020202020204" charset="0"/>
                <a:ea typeface="Roboto Mono Medium" panose="020B0604020202020204" charset="0"/>
              </a:rPr>
              <a:t> callbacks</a:t>
            </a:r>
          </a:p>
        </p:txBody>
      </p:sp>
      <p:sp>
        <p:nvSpPr>
          <p:cNvPr id="2" name="Rectangle 1"/>
          <p:cNvSpPr/>
          <p:nvPr/>
        </p:nvSpPr>
        <p:spPr>
          <a:xfrm>
            <a:off x="8022434" y="4443155"/>
            <a:ext cx="6623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189413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721127" y="760047"/>
            <a:ext cx="2550611" cy="592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Subscription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381147" y="863265"/>
            <a:ext cx="4360244" cy="1081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fontAlgn="base"/>
            <a:r>
              <a:rPr lang="en-US" dirty="0" smtClean="0"/>
              <a:t>We need to </a:t>
            </a:r>
            <a:r>
              <a:rPr lang="en-US" dirty="0" smtClean="0">
                <a:hlinkClick r:id="rId3"/>
              </a:rPr>
              <a:t>unsubscribe to close the observable</a:t>
            </a:r>
            <a:r>
              <a:rPr lang="en-US" dirty="0" smtClean="0"/>
              <a:t> when we no longer require it. If not it may lead to memory leak &amp; Performance degradation.</a:t>
            </a:r>
            <a:endParaRPr dirty="0"/>
          </a:p>
        </p:txBody>
      </p:sp>
      <p:sp>
        <p:nvSpPr>
          <p:cNvPr id="14" name="Google Shape;521;p61"/>
          <p:cNvSpPr/>
          <p:nvPr/>
        </p:nvSpPr>
        <p:spPr>
          <a:xfrm>
            <a:off x="3271738" y="611895"/>
            <a:ext cx="578112" cy="572717"/>
          </a:xfrm>
          <a:custGeom>
            <a:avLst/>
            <a:gdLst/>
            <a:ahLst/>
            <a:cxnLst/>
            <a:rect l="l" t="t" r="r" b="b"/>
            <a:pathLst>
              <a:path w="29253" h="28980" extrusionOk="0">
                <a:moveTo>
                  <a:pt x="14143" y="2700"/>
                </a:moveTo>
                <a:lnTo>
                  <a:pt x="14143" y="2701"/>
                </a:lnTo>
                <a:cubicBezTo>
                  <a:pt x="14382" y="2879"/>
                  <a:pt x="14610" y="3071"/>
                  <a:pt x="14826" y="3275"/>
                </a:cubicBezTo>
                <a:cubicBezTo>
                  <a:pt x="16631" y="4989"/>
                  <a:pt x="17613" y="7527"/>
                  <a:pt x="17512" y="9952"/>
                </a:cubicBezTo>
                <a:cubicBezTo>
                  <a:pt x="16350" y="9553"/>
                  <a:pt x="15139" y="9334"/>
                  <a:pt x="13946" y="9334"/>
                </a:cubicBezTo>
                <a:cubicBezTo>
                  <a:pt x="13767" y="9334"/>
                  <a:pt x="13588" y="9339"/>
                  <a:pt x="13409" y="9349"/>
                </a:cubicBezTo>
                <a:cubicBezTo>
                  <a:pt x="12636" y="9391"/>
                  <a:pt x="11849" y="9550"/>
                  <a:pt x="11078" y="9803"/>
                </a:cubicBezTo>
                <a:cubicBezTo>
                  <a:pt x="11026" y="7418"/>
                  <a:pt x="12076" y="4911"/>
                  <a:pt x="13651" y="3031"/>
                </a:cubicBezTo>
                <a:cubicBezTo>
                  <a:pt x="13812" y="2912"/>
                  <a:pt x="13976" y="2804"/>
                  <a:pt x="14143" y="2700"/>
                </a:cubicBezTo>
                <a:close/>
                <a:moveTo>
                  <a:pt x="13886" y="10716"/>
                </a:moveTo>
                <a:cubicBezTo>
                  <a:pt x="14821" y="10716"/>
                  <a:pt x="15765" y="10856"/>
                  <a:pt x="16686" y="11136"/>
                </a:cubicBezTo>
                <a:cubicBezTo>
                  <a:pt x="16903" y="11202"/>
                  <a:pt x="17115" y="11275"/>
                  <a:pt x="17324" y="11354"/>
                </a:cubicBezTo>
                <a:cubicBezTo>
                  <a:pt x="16955" y="12973"/>
                  <a:pt x="16048" y="14448"/>
                  <a:pt x="14512" y="15473"/>
                </a:cubicBezTo>
                <a:cubicBezTo>
                  <a:pt x="14486" y="15490"/>
                  <a:pt x="14459" y="15506"/>
                  <a:pt x="14432" y="15523"/>
                </a:cubicBezTo>
                <a:cubicBezTo>
                  <a:pt x="13538" y="14957"/>
                  <a:pt x="12753" y="14234"/>
                  <a:pt x="12162" y="13355"/>
                </a:cubicBezTo>
                <a:cubicBezTo>
                  <a:pt x="11692" y="12657"/>
                  <a:pt x="11390" y="11899"/>
                  <a:pt x="11225" y="11110"/>
                </a:cubicBezTo>
                <a:cubicBezTo>
                  <a:pt x="12088" y="10847"/>
                  <a:pt x="12983" y="10716"/>
                  <a:pt x="13886" y="10716"/>
                </a:cubicBezTo>
                <a:close/>
                <a:moveTo>
                  <a:pt x="18312" y="1537"/>
                </a:moveTo>
                <a:cubicBezTo>
                  <a:pt x="20093" y="1537"/>
                  <a:pt x="21942" y="2089"/>
                  <a:pt x="23631" y="3166"/>
                </a:cubicBezTo>
                <a:cubicBezTo>
                  <a:pt x="27706" y="5766"/>
                  <a:pt x="28613" y="11589"/>
                  <a:pt x="24959" y="14979"/>
                </a:cubicBezTo>
                <a:cubicBezTo>
                  <a:pt x="24699" y="15219"/>
                  <a:pt x="24420" y="15438"/>
                  <a:pt x="24127" y="15635"/>
                </a:cubicBezTo>
                <a:cubicBezTo>
                  <a:pt x="23065" y="13370"/>
                  <a:pt x="21068" y="11550"/>
                  <a:pt x="18752" y="10457"/>
                </a:cubicBezTo>
                <a:cubicBezTo>
                  <a:pt x="19023" y="7350"/>
                  <a:pt x="17700" y="4138"/>
                  <a:pt x="15330" y="2098"/>
                </a:cubicBezTo>
                <a:cubicBezTo>
                  <a:pt x="16271" y="1722"/>
                  <a:pt x="17280" y="1537"/>
                  <a:pt x="18312" y="1537"/>
                </a:cubicBezTo>
                <a:close/>
                <a:moveTo>
                  <a:pt x="9622" y="1191"/>
                </a:moveTo>
                <a:cubicBezTo>
                  <a:pt x="10716" y="1191"/>
                  <a:pt x="11799" y="1430"/>
                  <a:pt x="12794" y="1893"/>
                </a:cubicBezTo>
                <a:cubicBezTo>
                  <a:pt x="11658" y="2800"/>
                  <a:pt x="10851" y="4091"/>
                  <a:pt x="10636" y="5807"/>
                </a:cubicBezTo>
                <a:cubicBezTo>
                  <a:pt x="10620" y="5931"/>
                  <a:pt x="10693" y="6020"/>
                  <a:pt x="10792" y="6065"/>
                </a:cubicBezTo>
                <a:cubicBezTo>
                  <a:pt x="10315" y="7423"/>
                  <a:pt x="10088" y="8858"/>
                  <a:pt x="10132" y="10167"/>
                </a:cubicBezTo>
                <a:cubicBezTo>
                  <a:pt x="7489" y="11328"/>
                  <a:pt x="5198" y="13597"/>
                  <a:pt x="4538" y="16234"/>
                </a:cubicBezTo>
                <a:lnTo>
                  <a:pt x="4538" y="16235"/>
                </a:lnTo>
                <a:cubicBezTo>
                  <a:pt x="3803" y="15782"/>
                  <a:pt x="3172" y="15179"/>
                  <a:pt x="2686" y="14467"/>
                </a:cubicBezTo>
                <a:cubicBezTo>
                  <a:pt x="535" y="11329"/>
                  <a:pt x="1003" y="6440"/>
                  <a:pt x="3533" y="3553"/>
                </a:cubicBezTo>
                <a:cubicBezTo>
                  <a:pt x="3546" y="3555"/>
                  <a:pt x="3559" y="3556"/>
                  <a:pt x="3573" y="3556"/>
                </a:cubicBezTo>
                <a:cubicBezTo>
                  <a:pt x="3623" y="3556"/>
                  <a:pt x="3673" y="3543"/>
                  <a:pt x="3717" y="3516"/>
                </a:cubicBezTo>
                <a:cubicBezTo>
                  <a:pt x="5532" y="2476"/>
                  <a:pt x="6944" y="1344"/>
                  <a:pt x="9136" y="1207"/>
                </a:cubicBezTo>
                <a:cubicBezTo>
                  <a:pt x="9298" y="1196"/>
                  <a:pt x="9460" y="1191"/>
                  <a:pt x="9622" y="1191"/>
                </a:cubicBezTo>
                <a:close/>
                <a:moveTo>
                  <a:pt x="18507" y="11885"/>
                </a:moveTo>
                <a:cubicBezTo>
                  <a:pt x="20445" y="12900"/>
                  <a:pt x="21976" y="14481"/>
                  <a:pt x="22813" y="16335"/>
                </a:cubicBezTo>
                <a:cubicBezTo>
                  <a:pt x="21780" y="16759"/>
                  <a:pt x="20647" y="16964"/>
                  <a:pt x="19504" y="16964"/>
                </a:cubicBezTo>
                <a:cubicBezTo>
                  <a:pt x="18187" y="16964"/>
                  <a:pt x="16856" y="16692"/>
                  <a:pt x="15649" y="16169"/>
                </a:cubicBezTo>
                <a:cubicBezTo>
                  <a:pt x="16800" y="15293"/>
                  <a:pt x="17727" y="14157"/>
                  <a:pt x="18254" y="12714"/>
                </a:cubicBezTo>
                <a:lnTo>
                  <a:pt x="18254" y="12715"/>
                </a:lnTo>
                <a:cubicBezTo>
                  <a:pt x="18352" y="12443"/>
                  <a:pt x="18438" y="12166"/>
                  <a:pt x="18507" y="11885"/>
                </a:cubicBezTo>
                <a:close/>
                <a:moveTo>
                  <a:pt x="10357" y="11801"/>
                </a:moveTo>
                <a:cubicBezTo>
                  <a:pt x="10814" y="13567"/>
                  <a:pt x="11948" y="15027"/>
                  <a:pt x="13414" y="16108"/>
                </a:cubicBezTo>
                <a:lnTo>
                  <a:pt x="13414" y="16109"/>
                </a:lnTo>
                <a:cubicBezTo>
                  <a:pt x="11937" y="16849"/>
                  <a:pt x="10221" y="17287"/>
                  <a:pt x="8552" y="17287"/>
                </a:cubicBezTo>
                <a:cubicBezTo>
                  <a:pt x="7559" y="17287"/>
                  <a:pt x="6583" y="17132"/>
                  <a:pt x="5684" y="16794"/>
                </a:cubicBezTo>
                <a:cubicBezTo>
                  <a:pt x="6276" y="14376"/>
                  <a:pt x="8033" y="12813"/>
                  <a:pt x="10357" y="11801"/>
                </a:cubicBezTo>
                <a:close/>
                <a:moveTo>
                  <a:pt x="14597" y="16860"/>
                </a:moveTo>
                <a:cubicBezTo>
                  <a:pt x="16211" y="17742"/>
                  <a:pt x="18071" y="18226"/>
                  <a:pt x="19836" y="18239"/>
                </a:cubicBezTo>
                <a:cubicBezTo>
                  <a:pt x="19855" y="18239"/>
                  <a:pt x="19875" y="18239"/>
                  <a:pt x="19894" y="18239"/>
                </a:cubicBezTo>
                <a:cubicBezTo>
                  <a:pt x="21057" y="18239"/>
                  <a:pt x="22193" y="17983"/>
                  <a:pt x="23243" y="17533"/>
                </a:cubicBezTo>
                <a:lnTo>
                  <a:pt x="23243" y="17533"/>
                </a:lnTo>
                <a:cubicBezTo>
                  <a:pt x="23754" y="19405"/>
                  <a:pt x="23580" y="21466"/>
                  <a:pt x="22464" y="23460"/>
                </a:cubicBezTo>
                <a:cubicBezTo>
                  <a:pt x="20882" y="26284"/>
                  <a:pt x="18005" y="27654"/>
                  <a:pt x="15044" y="27654"/>
                </a:cubicBezTo>
                <a:cubicBezTo>
                  <a:pt x="13094" y="27654"/>
                  <a:pt x="11108" y="27060"/>
                  <a:pt x="9432" y="25894"/>
                </a:cubicBezTo>
                <a:cubicBezTo>
                  <a:pt x="7730" y="24710"/>
                  <a:pt x="6408" y="22914"/>
                  <a:pt x="5813" y="20917"/>
                </a:cubicBezTo>
                <a:cubicBezTo>
                  <a:pt x="5908" y="20794"/>
                  <a:pt x="5926" y="20630"/>
                  <a:pt x="5860" y="20490"/>
                </a:cubicBezTo>
                <a:lnTo>
                  <a:pt x="5860" y="20490"/>
                </a:lnTo>
                <a:lnTo>
                  <a:pt x="5861" y="20491"/>
                </a:lnTo>
                <a:cubicBezTo>
                  <a:pt x="5707" y="20141"/>
                  <a:pt x="5589" y="19777"/>
                  <a:pt x="5511" y="19402"/>
                </a:cubicBezTo>
                <a:cubicBezTo>
                  <a:pt x="5467" y="18994"/>
                  <a:pt x="5455" y="18582"/>
                  <a:pt x="5478" y="18171"/>
                </a:cubicBezTo>
                <a:cubicBezTo>
                  <a:pt x="5480" y="18134"/>
                  <a:pt x="5485" y="18100"/>
                  <a:pt x="5488" y="18063"/>
                </a:cubicBezTo>
                <a:cubicBezTo>
                  <a:pt x="6301" y="18358"/>
                  <a:pt x="7183" y="18520"/>
                  <a:pt x="8115" y="18520"/>
                </a:cubicBezTo>
                <a:cubicBezTo>
                  <a:pt x="8208" y="18520"/>
                  <a:pt x="8302" y="18518"/>
                  <a:pt x="8396" y="18515"/>
                </a:cubicBezTo>
                <a:cubicBezTo>
                  <a:pt x="10491" y="18442"/>
                  <a:pt x="12735" y="17924"/>
                  <a:pt x="14597" y="16860"/>
                </a:cubicBezTo>
                <a:close/>
                <a:moveTo>
                  <a:pt x="9193" y="1"/>
                </a:moveTo>
                <a:cubicBezTo>
                  <a:pt x="6999" y="1"/>
                  <a:pt x="4863" y="714"/>
                  <a:pt x="3713" y="2437"/>
                </a:cubicBezTo>
                <a:cubicBezTo>
                  <a:pt x="1187" y="4294"/>
                  <a:pt x="0" y="7949"/>
                  <a:pt x="275" y="10991"/>
                </a:cubicBezTo>
                <a:cubicBezTo>
                  <a:pt x="530" y="13822"/>
                  <a:pt x="2073" y="16256"/>
                  <a:pt x="4353" y="17543"/>
                </a:cubicBezTo>
                <a:cubicBezTo>
                  <a:pt x="4334" y="18048"/>
                  <a:pt x="4379" y="18553"/>
                  <a:pt x="4485" y="19048"/>
                </a:cubicBezTo>
                <a:cubicBezTo>
                  <a:pt x="4501" y="20156"/>
                  <a:pt x="4704" y="21244"/>
                  <a:pt x="5099" y="22206"/>
                </a:cubicBezTo>
                <a:cubicBezTo>
                  <a:pt x="6782" y="26306"/>
                  <a:pt x="10993" y="28980"/>
                  <a:pt x="15346" y="28980"/>
                </a:cubicBezTo>
                <a:cubicBezTo>
                  <a:pt x="16130" y="28980"/>
                  <a:pt x="16918" y="28893"/>
                  <a:pt x="17698" y="28712"/>
                </a:cubicBezTo>
                <a:cubicBezTo>
                  <a:pt x="22311" y="27642"/>
                  <a:pt x="25477" y="22829"/>
                  <a:pt x="24876" y="18171"/>
                </a:cubicBezTo>
                <a:cubicBezTo>
                  <a:pt x="24815" y="17713"/>
                  <a:pt x="24717" y="17260"/>
                  <a:pt x="24582" y="16818"/>
                </a:cubicBezTo>
                <a:cubicBezTo>
                  <a:pt x="26550" y="15547"/>
                  <a:pt x="28024" y="13524"/>
                  <a:pt x="28441" y="11154"/>
                </a:cubicBezTo>
                <a:cubicBezTo>
                  <a:pt x="29253" y="6545"/>
                  <a:pt x="26353" y="2608"/>
                  <a:pt x="22191" y="938"/>
                </a:cubicBezTo>
                <a:cubicBezTo>
                  <a:pt x="20987" y="455"/>
                  <a:pt x="19607" y="199"/>
                  <a:pt x="18228" y="199"/>
                </a:cubicBezTo>
                <a:cubicBezTo>
                  <a:pt x="16729" y="199"/>
                  <a:pt x="15231" y="502"/>
                  <a:pt x="13964" y="1145"/>
                </a:cubicBezTo>
                <a:cubicBezTo>
                  <a:pt x="12626" y="428"/>
                  <a:pt x="10892" y="1"/>
                  <a:pt x="91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798193" y="2225723"/>
            <a:ext cx="38819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Subscription is an object in RxJS that is </a:t>
            </a:r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used</a:t>
            </a:r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 to track subscriptions to Observables. </a:t>
            </a:r>
            <a:endParaRPr lang="en-US" sz="1600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53183" y="3357391"/>
            <a:ext cx="457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You can use the Subscription object to unsubscribe, meaning to stop tracking notifications from the Observable.</a:t>
            </a:r>
            <a:endParaRPr lang="en-US" sz="1600" dirty="0">
              <a:solidFill>
                <a:schemeClr val="dk2"/>
              </a:solidFill>
              <a:latin typeface="Roboto Mono Medium"/>
              <a:ea typeface="Roboto Mono Medium"/>
              <a:cs typeface="Roboto Mono Medium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22434" y="4443155"/>
            <a:ext cx="6623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  <a:endParaRPr lang="en-US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54" y="2011679"/>
            <a:ext cx="3430141" cy="155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024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>
            <a:spLocks noGrp="1"/>
          </p:cNvSpPr>
          <p:nvPr>
            <p:ph type="title" idx="6"/>
          </p:nvPr>
        </p:nvSpPr>
        <p:spPr>
          <a:xfrm>
            <a:off x="1250516" y="721546"/>
            <a:ext cx="2550611" cy="592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Pipe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949720" y="853117"/>
            <a:ext cx="3543749" cy="8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base"/>
            <a:r>
              <a:rPr lang="en-US" dirty="0" smtClean="0"/>
              <a:t># Filter: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smtClean="0"/>
              <a:t>filter(), find(), every()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smtClean="0"/>
              <a:t>first(), last(), single()</a:t>
            </a:r>
            <a:endParaRPr i="1" dirty="0"/>
          </a:p>
        </p:txBody>
      </p:sp>
      <p:sp>
        <p:nvSpPr>
          <p:cNvPr id="18" name="Rectangle 17"/>
          <p:cNvSpPr/>
          <p:nvPr/>
        </p:nvSpPr>
        <p:spPr>
          <a:xfrm>
            <a:off x="8022434" y="4443155"/>
            <a:ext cx="6623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Demo</a:t>
            </a:r>
            <a:endParaRPr lang="en-US" u="sng" dirty="0"/>
          </a:p>
        </p:txBody>
      </p:sp>
      <p:grpSp>
        <p:nvGrpSpPr>
          <p:cNvPr id="9" name="Google Shape;1528;p108"/>
          <p:cNvGrpSpPr/>
          <p:nvPr/>
        </p:nvGrpSpPr>
        <p:grpSpPr>
          <a:xfrm>
            <a:off x="670496" y="627283"/>
            <a:ext cx="517379" cy="471964"/>
            <a:chOff x="6236375" y="2802425"/>
            <a:chExt cx="282825" cy="238075"/>
          </a:xfrm>
        </p:grpSpPr>
        <p:sp>
          <p:nvSpPr>
            <p:cNvPr id="10" name="Google Shape;1529;p108"/>
            <p:cNvSpPr/>
            <p:nvPr/>
          </p:nvSpPr>
          <p:spPr>
            <a:xfrm>
              <a:off x="6300300" y="2892150"/>
              <a:ext cx="52775" cy="41325"/>
            </a:xfrm>
            <a:custGeom>
              <a:avLst/>
              <a:gdLst/>
              <a:ahLst/>
              <a:cxnLst/>
              <a:rect l="l" t="t" r="r" b="b"/>
              <a:pathLst>
                <a:path w="2111" h="1653" extrusionOk="0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1" name="Google Shape;1530;p108"/>
            <p:cNvSpPr/>
            <p:nvPr/>
          </p:nvSpPr>
          <p:spPr>
            <a:xfrm>
              <a:off x="6357425" y="2845800"/>
              <a:ext cx="52800" cy="41825"/>
            </a:xfrm>
            <a:custGeom>
              <a:avLst/>
              <a:gdLst/>
              <a:ahLst/>
              <a:cxnLst/>
              <a:rect l="l" t="t" r="r" b="b"/>
              <a:pathLst>
                <a:path w="2112" h="1673" extrusionOk="0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2" name="Google Shape;1531;p108"/>
            <p:cNvSpPr/>
            <p:nvPr/>
          </p:nvSpPr>
          <p:spPr>
            <a:xfrm>
              <a:off x="6428925" y="2862400"/>
              <a:ext cx="52750" cy="41900"/>
            </a:xfrm>
            <a:custGeom>
              <a:avLst/>
              <a:gdLst/>
              <a:ahLst/>
              <a:cxnLst/>
              <a:rect l="l" t="t" r="r" b="b"/>
              <a:pathLst>
                <a:path w="2110" h="1676" extrusionOk="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3" name="Google Shape;1532;p108"/>
            <p:cNvSpPr/>
            <p:nvPr/>
          </p:nvSpPr>
          <p:spPr>
            <a:xfrm>
              <a:off x="6408025" y="2924450"/>
              <a:ext cx="76625" cy="59725"/>
            </a:xfrm>
            <a:custGeom>
              <a:avLst/>
              <a:gdLst/>
              <a:ahLst/>
              <a:cxnLst/>
              <a:rect l="l" t="t" r="r" b="b"/>
              <a:pathLst>
                <a:path w="3065" h="2389" extrusionOk="0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5" name="Google Shape;1533;p108"/>
            <p:cNvSpPr/>
            <p:nvPr/>
          </p:nvSpPr>
          <p:spPr>
            <a:xfrm>
              <a:off x="6236375" y="2802425"/>
              <a:ext cx="282825" cy="238075"/>
            </a:xfrm>
            <a:custGeom>
              <a:avLst/>
              <a:gdLst/>
              <a:ahLst/>
              <a:cxnLst/>
              <a:rect l="l" t="t" r="r" b="b"/>
              <a:pathLst>
                <a:path w="11313" h="9523" extrusionOk="0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39821" y="202527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An operator is a function that takes an Observable as its input and returns </a:t>
            </a:r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another</a:t>
            </a:r>
            <a:r>
              <a:rPr lang="en-US" sz="1600" dirty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</a:rPr>
              <a:t> Observable as its output.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59" y="2914020"/>
            <a:ext cx="3124636" cy="1314633"/>
          </a:xfrm>
          <a:prstGeom prst="rect">
            <a:avLst/>
          </a:prstGeom>
        </p:spPr>
      </p:pic>
      <p:sp>
        <p:nvSpPr>
          <p:cNvPr id="19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822896" y="1381892"/>
            <a:ext cx="3543749" cy="643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base"/>
            <a:r>
              <a:rPr lang="en-US" dirty="0" smtClean="0"/>
              <a:t>Pipes </a:t>
            </a:r>
            <a:r>
              <a:rPr lang="en-US" dirty="0"/>
              <a:t>let you combine </a:t>
            </a:r>
            <a:r>
              <a:rPr lang="en-US" dirty="0" smtClean="0"/>
              <a:t>multiple functions </a:t>
            </a:r>
            <a:r>
              <a:rPr lang="en-US" dirty="0"/>
              <a:t>into a single function. </a:t>
            </a:r>
            <a:endParaRPr dirty="0"/>
          </a:p>
        </p:txBody>
      </p:sp>
      <p:sp>
        <p:nvSpPr>
          <p:cNvPr id="20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949720" y="1824335"/>
            <a:ext cx="3543749" cy="8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base"/>
            <a:r>
              <a:rPr lang="en-US" dirty="0" smtClean="0"/>
              <a:t># Timer:</a:t>
            </a:r>
            <a:endParaRPr lang="en-US" i="1" dirty="0" smtClean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smtClean="0"/>
              <a:t>interval(), timeout(), timer()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err="1" smtClean="0"/>
              <a:t>throttleTime</a:t>
            </a:r>
            <a:r>
              <a:rPr lang="en-US" i="1" dirty="0" smtClean="0"/>
              <a:t>(), </a:t>
            </a:r>
            <a:r>
              <a:rPr lang="en-US" i="1" dirty="0" err="1" smtClean="0"/>
              <a:t>debounceTime</a:t>
            </a:r>
            <a:r>
              <a:rPr lang="en-US" i="1" dirty="0" smtClean="0"/>
              <a:t>()</a:t>
            </a:r>
            <a:endParaRPr i="1" dirty="0"/>
          </a:p>
        </p:txBody>
      </p:sp>
      <p:sp>
        <p:nvSpPr>
          <p:cNvPr id="21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949720" y="2747535"/>
            <a:ext cx="3543749" cy="8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base"/>
            <a:r>
              <a:rPr lang="en-US" dirty="0" smtClean="0"/>
              <a:t># Combination: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err="1"/>
              <a:t>forkJoin</a:t>
            </a:r>
            <a:r>
              <a:rPr lang="en-US" i="1" dirty="0"/>
              <a:t>(), </a:t>
            </a:r>
            <a:r>
              <a:rPr lang="en-US" i="1" dirty="0" err="1"/>
              <a:t>concat</a:t>
            </a:r>
            <a:r>
              <a:rPr lang="en-US" i="1" dirty="0"/>
              <a:t>(), merge</a:t>
            </a:r>
            <a:r>
              <a:rPr lang="en-US" i="1" dirty="0" smtClean="0"/>
              <a:t>()</a:t>
            </a:r>
            <a:endParaRPr i="1" dirty="0"/>
          </a:p>
        </p:txBody>
      </p:sp>
      <p:sp>
        <p:nvSpPr>
          <p:cNvPr id="22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4940094" y="3459878"/>
            <a:ext cx="3543749" cy="8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base"/>
            <a:r>
              <a:rPr lang="en-US" dirty="0" smtClean="0"/>
              <a:t># Handle errors:</a:t>
            </a:r>
            <a:endParaRPr lang="en-US" i="1" dirty="0" smtClean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i="1" dirty="0" err="1"/>
              <a:t>throwError</a:t>
            </a:r>
            <a:r>
              <a:rPr lang="en-US" i="1" dirty="0"/>
              <a:t>(), </a:t>
            </a:r>
            <a:r>
              <a:rPr lang="en-US" i="1" dirty="0" err="1"/>
              <a:t>catchError</a:t>
            </a:r>
            <a:r>
              <a:rPr lang="en-US" i="1" dirty="0" smtClean="0"/>
              <a:t>()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8066049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>
            <a:spLocks noGrp="1"/>
          </p:cNvSpPr>
          <p:nvPr>
            <p:ph type="title" idx="8"/>
          </p:nvPr>
        </p:nvSpPr>
        <p:spPr>
          <a:xfrm>
            <a:off x="1320652" y="303520"/>
            <a:ext cx="529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" dirty="0"/>
              <a:t>### </a:t>
            </a:r>
            <a:r>
              <a:rPr lang="en-US" dirty="0"/>
              <a:t>Exercise 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498262" y="924467"/>
            <a:ext cx="6433931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2000" dirty="0" smtClean="0">
                <a:latin typeface="Roboto Mono Medium" panose="020B0604020202020204" charset="0"/>
                <a:ea typeface="Roboto Mono Medium" panose="020B0604020202020204" charset="0"/>
              </a:rPr>
              <a:t>User management</a:t>
            </a:r>
            <a:endParaRPr lang="en-US" sz="2000" dirty="0">
              <a:latin typeface="Roboto Mono Medium" panose="020B0604020202020204" charset="0"/>
              <a:ea typeface="Roboto Mono Medium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651" y="4042610"/>
            <a:ext cx="388778" cy="656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19382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498262" y="1422604"/>
            <a:ext cx="7154851" cy="76944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/>
            <a:r>
              <a:rPr lang="en-US" sz="1600" dirty="0">
                <a:latin typeface="Roboto Mono Medium" panose="020B0604020202020204" charset="0"/>
                <a:ea typeface="Roboto Mono Medium" panose="020B0604020202020204" charset="0"/>
              </a:rPr>
              <a:t>Setup </a:t>
            </a:r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environment: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Angular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CLI: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15.2.1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(</a:t>
            </a:r>
            <a:r>
              <a:rPr lang="en-US" dirty="0" err="1"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install -g @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angular/cli@^14.0.6)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Node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: &gt;= 16.19.0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8262" y="3101255"/>
            <a:ext cx="7154851" cy="98488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/>
            <a:r>
              <a:rPr lang="en-US" sz="1600" dirty="0" smtClean="0">
                <a:latin typeface="Roboto Mono Medium" panose="020B0604020202020204" charset="0"/>
                <a:ea typeface="Roboto Mono Medium" panose="020B0604020202020204" charset="0"/>
              </a:rPr>
              <a:t>Start app: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Step 1: </a:t>
            </a:r>
            <a:r>
              <a:rPr lang="en-US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install </a:t>
            </a: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to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install the dependencies </a:t>
            </a:r>
            <a:endParaRPr lang="en-US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Step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2: </a:t>
            </a:r>
            <a:r>
              <a:rPr lang="en-US" dirty="0" err="1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run </a:t>
            </a:r>
            <a:r>
              <a:rPr lang="en-US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start:db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to run the database </a:t>
            </a:r>
            <a:endParaRPr lang="en-US" dirty="0" smtClean="0">
              <a:latin typeface="Roboto Mono Medium" panose="020B0604020202020204" charset="0"/>
              <a:ea typeface="Roboto Mono Medium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boto Mono Medium" panose="020B0604020202020204" charset="0"/>
                <a:ea typeface="Roboto Mono Medium" panose="020B0604020202020204" charset="0"/>
              </a:rPr>
              <a:t>Step 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3: </a:t>
            </a:r>
            <a:r>
              <a:rPr lang="en-US" dirty="0" err="1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npm</a:t>
            </a:r>
            <a:r>
              <a:rPr lang="en-US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 start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 to start the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8260" y="2398612"/>
            <a:ext cx="68660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Repository: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 Mono Medium" panose="020B0604020202020204" charset="0"/>
                <a:ea typeface="Roboto Mono Medium" panose="020B0604020202020204" charset="0"/>
              </a:rPr>
              <a:t>Gitlab</a:t>
            </a:r>
            <a:r>
              <a:rPr lang="en-US" dirty="0">
                <a:latin typeface="Roboto Mono Medium" panose="020B0604020202020204" charset="0"/>
                <a:ea typeface="Roboto Mono Medium" panose="020B060402020202020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https://</a:t>
            </a:r>
            <a:r>
              <a:rPr lang="en-US" u="sng" dirty="0" smtClean="0">
                <a:solidFill>
                  <a:srgbClr val="0070C0"/>
                </a:solidFill>
                <a:latin typeface="Roboto Mono Medium" panose="020B0604020202020204" charset="0"/>
                <a:ea typeface="Roboto Mono Medium" panose="020B0604020202020204" charset="0"/>
              </a:rPr>
              <a:t>gitlab.tma.com.vn/angular/angular-exercise</a:t>
            </a:r>
            <a:endParaRPr lang="en-US" u="sng" dirty="0">
              <a:solidFill>
                <a:srgbClr val="0070C0"/>
              </a:solidFill>
              <a:latin typeface="Roboto Mono Medium" panose="020B0604020202020204" charset="0"/>
              <a:ea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097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>
            <a:spLocks noGrp="1"/>
          </p:cNvSpPr>
          <p:nvPr>
            <p:ph type="title"/>
          </p:nvPr>
        </p:nvSpPr>
        <p:spPr>
          <a:xfrm>
            <a:off x="2493091" y="1854312"/>
            <a:ext cx="4683959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>
                <a:solidFill>
                  <a:schemeClr val="accent2"/>
                </a:solidFill>
              </a:rPr>
              <a:t>Thanks you!!!</a:t>
            </a:r>
            <a:endParaRPr sz="5400" dirty="0">
              <a:solidFill>
                <a:schemeClr val="accent2"/>
              </a:solidFill>
            </a:endParaRPr>
          </a:p>
        </p:txBody>
      </p:sp>
      <p:pic>
        <p:nvPicPr>
          <p:cNvPr id="651" name="Google Shape;651;p68"/>
          <p:cNvPicPr preferRelativeResize="0"/>
          <p:nvPr/>
        </p:nvPicPr>
        <p:blipFill rotWithShape="1">
          <a:blip r:embed="rId3">
            <a:alphaModFix amt="78000"/>
          </a:blip>
          <a:srcRect l="19967"/>
          <a:stretch/>
        </p:blipFill>
        <p:spPr>
          <a:xfrm rot="3044709">
            <a:off x="2397403" y="714063"/>
            <a:ext cx="1470368" cy="75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4917" y="2991312"/>
            <a:ext cx="2610150" cy="3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390</Words>
  <Application>Microsoft Office PowerPoint</Application>
  <PresentationFormat>On-screen Show (16:9)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Coming Soon</vt:lpstr>
      <vt:lpstr>Concert One</vt:lpstr>
      <vt:lpstr>Roboto Mono Medium</vt:lpstr>
      <vt:lpstr>Söhne</vt:lpstr>
      <vt:lpstr>Notebook Lesson by Slidesgo</vt:lpstr>
      <vt:lpstr> ANGULAR         FRAMEWORK</vt:lpstr>
      <vt:lpstr>02</vt:lpstr>
      <vt:lpstr># What is Reactive Programming?</vt:lpstr>
      <vt:lpstr># Producer-Comsumer model</vt:lpstr>
      <vt:lpstr>Content of the topic</vt:lpstr>
      <vt:lpstr>Observable </vt:lpstr>
      <vt:lpstr>Observer </vt:lpstr>
      <vt:lpstr>Subscription</vt:lpstr>
      <vt:lpstr>Pipe</vt:lpstr>
      <vt:lpstr>### Exercise </vt:lpstr>
      <vt:lpstr>Thanks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ANGULAR         FRAMEWORK</dc:title>
  <cp:lastModifiedBy>Sơn Nguyễn</cp:lastModifiedBy>
  <cp:revision>267</cp:revision>
  <dcterms:modified xsi:type="dcterms:W3CDTF">2023-04-02T09:20:34Z</dcterms:modified>
</cp:coreProperties>
</file>